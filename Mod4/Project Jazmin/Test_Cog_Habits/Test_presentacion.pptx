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2.xml.rels" ContentType="application/vnd.openxmlformats-package.relationships+xml"/>
  <Override PartName="/ppt/slideMasters/_rels/slideMaster9.xml.rels" ContentType="application/vnd.openxmlformats-package.relationships+xml"/>
  <Override PartName="/ppt/slideMasters/_rels/slideMaster21.xml.rels" ContentType="application/vnd.openxmlformats-package.relationships+xml"/>
  <Override PartName="/ppt/slideMasters/_rels/slideMaster15.xml.rels" ContentType="application/vnd.openxmlformats-package.relationships+xml"/>
  <Override PartName="/ppt/slideMasters/_rels/slideMaster4.xml.rels" ContentType="application/vnd.openxmlformats-package.relationships+xml"/>
  <Override PartName="/ppt/slideMasters/_rels/slideMaster10.xml.rels" ContentType="application/vnd.openxmlformats-package.relationships+xml"/>
  <Override PartName="/ppt/slideMasters/_rels/slideMaster31.xml.rels" ContentType="application/vnd.openxmlformats-package.relationships+xml"/>
  <Override PartName="/ppt/slideMasters/_rels/slideMaster29.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_rels/slideMaster30.xml.rels" ContentType="application/vnd.openxmlformats-package.relationships+xml"/>
  <Override PartName="/ppt/slideMasters/_rels/slideMaster28.xml.rels" ContentType="application/vnd.openxmlformats-package.relationships+xml"/>
  <Override PartName="/ppt/slideMasters/_rels/slideMaster5.xml.rels" ContentType="application/vnd.openxmlformats-package.relationships+xml"/>
  <Override PartName="/ppt/slideMasters/_rels/slideMaster16.xml.rels" ContentType="application/vnd.openxmlformats-package.relationships+xml"/>
  <Override PartName="/ppt/slideMasters/_rels/slideMaster23.xml.rels" ContentType="application/vnd.openxmlformats-package.relationships+xml"/>
  <Override PartName="/ppt/slideMasters/_rels/slideMaster24.xml.rels" ContentType="application/vnd.openxmlformats-package.relationships+xml"/>
  <Override PartName="/ppt/slideMasters/_rels/slideMaster25.xml.rels" ContentType="application/vnd.openxmlformats-package.relationships+xml"/>
  <Override PartName="/ppt/slideMasters/_rels/slideMaster11.xml.rels" ContentType="application/vnd.openxmlformats-package.relationships+xml"/>
  <Override PartName="/ppt/slideMasters/_rels/slideMaster6.xml.rels" ContentType="application/vnd.openxmlformats-package.relationships+xml"/>
  <Override PartName="/ppt/slideMasters/_rels/slideMaster17.xml.rels" ContentType="application/vnd.openxmlformats-package.relationships+xml"/>
  <Override PartName="/ppt/slideMasters/_rels/slideMaster12.xml.rels" ContentType="application/vnd.openxmlformats-package.relationships+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13.xml.rels" ContentType="application/vnd.openxmlformats-package.relationships+xml"/>
  <Override PartName="/ppt/slideMasters/_rels/slideMaster32.xml.rels" ContentType="application/vnd.openxmlformats-package.relationships+xml"/>
  <Override PartName="/ppt/slideMasters/_rels/slideMaster27.xml.rels" ContentType="application/vnd.openxmlformats-package.relationships+xml"/>
  <Override PartName="/ppt/slideMasters/_rels/slideMaster7.xml.rels" ContentType="application/vnd.openxmlformats-package.relationships+xml"/>
  <Override PartName="/ppt/slideMasters/_rels/slideMaster18.xml.rels" ContentType="application/vnd.openxmlformats-package.relationships+xml"/>
  <Override PartName="/ppt/slideMasters/_rels/slideMaster20.xml.rels" ContentType="application/vnd.openxmlformats-package.relationships+xml"/>
  <Override PartName="/ppt/slideMasters/_rels/slideMaster26.xml.rels" ContentType="application/vnd.openxmlformats-package.relationships+xml"/>
  <Override PartName="/ppt/slideMasters/_rels/slideMaster8.xml.rels" ContentType="application/vnd.openxmlformats-package.relationships+xml"/>
  <Override PartName="/ppt/slideMasters/_rels/slideMaster19.xml.rels" ContentType="application/vnd.openxmlformats-package.relationships+xml"/>
  <Override PartName="/ppt/slideMasters/slideMaster25.xml" ContentType="application/vnd.openxmlformats-officedocument.presentationml.slideMaster+xml"/>
  <Override PartName="/ppt/slideMasters/slideMaster24.xml" ContentType="application/vnd.openxmlformats-officedocument.presentationml.slideMaster+xml"/>
  <Override PartName="/ppt/slideMasters/slideMaster23.xml" ContentType="application/vnd.openxmlformats-officedocument.presentationml.slideMaster+xml"/>
  <Override PartName="/ppt/slideMasters/slideMaster2.xml" ContentType="application/vnd.openxmlformats-officedocument.presentationml.slideMaster+xml"/>
  <Override PartName="/ppt/slideMasters/slideMaster27.xml" ContentType="application/vnd.openxmlformats-officedocument.presentationml.slideMaster+xml"/>
  <Override PartName="/ppt/slideMasters/slideMaster3.xml" ContentType="application/vnd.openxmlformats-officedocument.presentationml.slideMaster+xml"/>
  <Override PartName="/ppt/slideMasters/slideMaster28.xml" ContentType="application/vnd.openxmlformats-officedocument.presentationml.slideMaster+xml"/>
  <Override PartName="/ppt/slideMasters/slideMaster30.xml" ContentType="application/vnd.openxmlformats-officedocument.presentationml.slideMaster+xml"/>
  <Override PartName="/ppt/slideMasters/slideMaster29.xml" ContentType="application/vnd.openxmlformats-officedocument.presentationml.slideMaster+xml"/>
  <Override PartName="/ppt/slideMasters/slideMaster31.xml" ContentType="application/vnd.openxmlformats-officedocument.presentationml.slideMaster+xml"/>
  <Override PartName="/ppt/slideMasters/slideMaster4.xml" ContentType="application/vnd.openxmlformats-officedocument.presentationml.slideMaster+xml"/>
  <Override PartName="/ppt/slideMasters/slideMaster10.xml" ContentType="application/vnd.openxmlformats-officedocument.presentationml.slideMaster+xml"/>
  <Override PartName="/ppt/slideMasters/slideMaster32.xml" ContentType="application/vnd.openxmlformats-officedocument.presentationml.slideMaster+xml"/>
  <Override PartName="/ppt/slideMasters/slideMaster5.xml" ContentType="application/vnd.openxmlformats-officedocument.presentationml.slideMaster+xml"/>
  <Override PartName="/ppt/slideMasters/slideMaster11.xml" ContentType="application/vnd.openxmlformats-officedocument.presentationml.slideMaster+xml"/>
  <Override PartName="/ppt/slideMasters/slideMaster6.xml" ContentType="application/vnd.openxmlformats-officedocument.presentationml.slideMaster+xml"/>
  <Override PartName="/ppt/slideMasters/slideMaster12.xml" ContentType="application/vnd.openxmlformats-officedocument.presentationml.slideMaster+xml"/>
  <Override PartName="/ppt/slideMasters/slideMaster7.xml" ContentType="application/vnd.openxmlformats-officedocument.presentationml.slideMaster+xml"/>
  <Override PartName="/ppt/slideMasters/slideMaster13.xml" ContentType="application/vnd.openxmlformats-officedocument.presentationml.slideMaster+xml"/>
  <Override PartName="/ppt/slideMasters/slideMaster1.xml" ContentType="application/vnd.openxmlformats-officedocument.presentationml.slideMaster+xml"/>
  <Override PartName="/ppt/slideMasters/slideMaster26.xml" ContentType="application/vnd.openxmlformats-officedocument.presentationml.slideMaster+xml"/>
  <Override PartName="/ppt/slideMasters/slideMaster8.xml" ContentType="application/vnd.openxmlformats-officedocument.presentationml.slideMaster+xml"/>
  <Override PartName="/ppt/slideMasters/slideMaster14.xml" ContentType="application/vnd.openxmlformats-officedocument.presentationml.slideMaster+xml"/>
  <Override PartName="/ppt/slideMasters/slideMaster9.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20.xml" ContentType="application/vnd.openxmlformats-officedocument.presentationml.slideMaster+xml"/>
  <Override PartName="/ppt/slideMasters/slideMaster19.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presProps.xml" ContentType="application/vnd.openxmlformats-officedocument.presentationml.presProps+xml"/>
  <Override PartName="/ppt/theme/theme29.xml" ContentType="application/vnd.openxmlformats-officedocument.theme+xml"/>
  <Override PartName="/ppt/theme/theme28.xml" ContentType="application/vnd.openxmlformats-officedocument.theme+xml"/>
  <Override PartName="/ppt/theme/theme27.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4.xml" ContentType="application/vnd.openxmlformats-officedocument.theme+xml"/>
  <Override PartName="/ppt/theme/theme31.xml" ContentType="application/vnd.openxmlformats-officedocument.theme+xml"/>
  <Override PartName="/ppt/theme/theme5.xml" ContentType="application/vnd.openxmlformats-officedocument.theme+xml"/>
  <Override PartName="/ppt/theme/theme32.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3.xml" ContentType="application/vnd.openxmlformats-officedocument.theme+xml"/>
  <Override PartName="/ppt/theme/theme30.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theme/theme2.xml" ContentType="application/vnd.openxmlformats-officedocument.theme+xml"/>
  <Override PartName="/ppt/theme/theme11.xml" ContentType="application/vnd.openxmlformats-officedocument.theme+xml"/>
  <Override PartName="/ppt/theme/theme1.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20.xml" ContentType="application/vnd.openxmlformats-officedocument.theme+xml"/>
  <Override PartName="/ppt/theme/theme19.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25.xml" ContentType="application/vnd.openxmlformats-officedocument.theme+xml"/>
  <Override PartName="/ppt/theme/theme26.xml" ContentType="application/vnd.openxmlformats-officedocument.theme+xml"/>
  <Override PartName="/ppt/_rels/presentation.xml.rels" ContentType="application/vnd.openxmlformats-package.relationships+xml"/>
  <Override PartName="/ppt/media/image1.png" ContentType="image/png"/>
  <Override PartName="/ppt/media/image2.png" ContentType="image/png"/>
  <Override PartName="/ppt/media/image3.jpeg" ContentType="image/jpeg"/>
  <Override PartName="/ppt/media/image4.jpeg" ContentType="image/jpeg"/>
  <Override PartName="/ppt/media/image5.jpeg" ContentType="image/jpeg"/>
  <Override PartName="/ppt/slideLayouts/slideLayout22.xml" ContentType="application/vnd.openxmlformats-officedocument.presentationml.slideLayout+xml"/>
  <Override PartName="/ppt/slideLayouts/_rels/slideLayout20.xml.rels" ContentType="application/vnd.openxmlformats-package.relationships+xml"/>
  <Override PartName="/ppt/slideLayouts/_rels/slideLayout18.xml.rels" ContentType="application/vnd.openxmlformats-package.relationships+xml"/>
  <Override PartName="/ppt/slideLayouts/_rels/slideLayout25.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32.xml.rels" ContentType="application/vnd.openxmlformats-package.relationships+xml"/>
  <Override PartName="/ppt/slideLayouts/_rels/slideLayout31.xml.rels" ContentType="application/vnd.openxmlformats-package.relationships+xml"/>
  <Override PartName="/ppt/slideLayouts/_rels/slideLayout29.xml.rels" ContentType="application/vnd.openxmlformats-package.relationships+xml"/>
  <Override PartName="/ppt/slideLayouts/_rels/slideLayout17.xml.rels" ContentType="application/vnd.openxmlformats-package.relationships+xml"/>
  <Override PartName="/ppt/slideLayouts/_rels/slideLayout9.xml.rels" ContentType="application/vnd.openxmlformats-package.relationships+xml"/>
  <Override PartName="/ppt/slideLayouts/_rels/slideLayout28.xml.rels" ContentType="application/vnd.openxmlformats-package.relationships+xml"/>
  <Override PartName="/ppt/slideLayouts/_rels/slideLayout30.xml.rels" ContentType="application/vnd.openxmlformats-package.relationships+xml"/>
  <Override PartName="/ppt/slideLayouts/_rels/slideLayout27.xml.rels" ContentType="application/vnd.openxmlformats-package.relationships+xml"/>
  <Override PartName="/ppt/slideLayouts/_rels/slideLayout26.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1.xml.rels" ContentType="application/vnd.openxmlformats-package.relationships+xml"/>
  <Override PartName="/ppt/slideLayouts/_rels/slideLayout22.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24.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23.xml.rels" ContentType="application/vnd.openxmlformats-package.relationships+xml"/>
  <Override PartName="/ppt/slideLayouts/_rels/slideLayout2.xml.rels" ContentType="application/vnd.openxmlformats-package.relationships+xml"/>
  <Override PartName="/ppt/slideLayouts/_rels/slideLayout10.xml.rels" ContentType="application/vnd.openxmlformats-package.relationships+xml"/>
  <Override PartName="/ppt/slideLayouts/_rels/slideLayout6.xml.rels" ContentType="application/vnd.openxmlformats-package.relationships+xml"/>
  <Override PartName="/ppt/slideLayouts/_rels/slideLayout14.xml.rels" ContentType="application/vnd.openxmlformats-package.relationships+xml"/>
  <Override PartName="/ppt/slideLayouts/_rels/slideLayout7.xml.rels" ContentType="application/vnd.openxmlformats-package.relationships+xml"/>
  <Override PartName="/ppt/slideLayouts/_rels/slideLayout15.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10.xml" ContentType="application/vnd.openxmlformats-officedocument.presentationml.slideLayout+xml"/>
  <Override PartName="/ppt/slideLayouts/slideLayout28.xml" ContentType="application/vnd.openxmlformats-officedocument.presentationml.slideLayout+xml"/>
  <Override PartName="/ppt/slideLayouts/slideLayout6.xml" ContentType="application/vnd.openxmlformats-officedocument.presentationml.slideLayout+xml"/>
  <Override PartName="/ppt/slideLayouts/slideLayout30.xml" ContentType="application/vnd.openxmlformats-officedocument.presentationml.slideLayout+xml"/>
  <Override PartName="/ppt/slideLayouts/slideLayout11.xml" ContentType="application/vnd.openxmlformats-officedocument.presentationml.slideLayout+xml"/>
  <Override PartName="/ppt/slideLayouts/slideLayout29.xml" ContentType="application/vnd.openxmlformats-officedocument.presentationml.slideLayout+xml"/>
  <Override PartName="/ppt/slideLayouts/slideLayout7.xml" ContentType="application/vnd.openxmlformats-officedocument.presentationml.slideLayout+xml"/>
  <Override PartName="/ppt/slideLayouts/slideLayout31.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32.xml" ContentType="application/vnd.openxmlformats-officedocument.presentationml.slideLayout+xml"/>
  <Override PartName="/ppt/slideLayouts/slideLayout13.xml" ContentType="application/vnd.openxmlformats-officedocument.presentationml.slideLayout+xml"/>
  <Override PartName="/ppt/slideLayouts/slideLayout9.xml" ContentType="application/vnd.openxmlformats-officedocument.presentationml.slideLayout+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slideLayouts/slideLayout4.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2.xml" ContentType="application/vnd.openxmlformats-officedocument.presentationml.slideLayout+xml"/>
  <Override PartName="/ppt/slideLayouts/slideLayout2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0.xml" ContentType="application/vnd.openxmlformats-officedocument.presentationml.slideLayout+xml"/>
  <Override PartName="/ppt/slides/slide1.xml" ContentType="application/vnd.openxmlformats-officedocument.presentationml.slide+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 id="2147483696" r:id="rId26"/>
    <p:sldMasterId id="2147483698" r:id="rId27"/>
    <p:sldMasterId id="2147483700" r:id="rId28"/>
    <p:sldMasterId id="2147483702" r:id="rId29"/>
    <p:sldMasterId id="2147483704" r:id="rId30"/>
    <p:sldMasterId id="2147483706" r:id="rId31"/>
    <p:sldMasterId id="2147483708" r:id="rId32"/>
    <p:sldMasterId id="2147483710" r:id="rId33"/>
  </p:sldMasterIdLst>
  <p:sldIdLst>
    <p:sldId id="256" r:id="rId34"/>
    <p:sldId id="257" r:id="rId35"/>
    <p:sldId id="258" r:id="rId36"/>
    <p:sldId id="259" r:id="rId37"/>
    <p:sldId id="260" r:id="rId38"/>
    <p:sldId id="261" r:id="rId39"/>
    <p:sldId id="262" r:id="rId40"/>
    <p:sldId id="263" r:id="rId41"/>
    <p:sldId id="264" r:id="rId42"/>
    <p:sldId id="265" r:id="rId43"/>
    <p:sldId id="266" r:id="rId44"/>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slideMaster" Target="slideMasters/slideMaster25.xml"/><Relationship Id="rId27" Type="http://schemas.openxmlformats.org/officeDocument/2006/relationships/slideMaster" Target="slideMasters/slideMaster26.xml"/><Relationship Id="rId28" Type="http://schemas.openxmlformats.org/officeDocument/2006/relationships/slideMaster" Target="slideMasters/slideMaster27.xml"/><Relationship Id="rId29" Type="http://schemas.openxmlformats.org/officeDocument/2006/relationships/slideMaster" Target="slideMasters/slideMaster28.xml"/><Relationship Id="rId30" Type="http://schemas.openxmlformats.org/officeDocument/2006/relationships/slideMaster" Target="slideMasters/slideMaster29.xml"/><Relationship Id="rId31" Type="http://schemas.openxmlformats.org/officeDocument/2006/relationships/slideMaster" Target="slideMasters/slideMaster30.xml"/><Relationship Id="rId32" Type="http://schemas.openxmlformats.org/officeDocument/2006/relationships/slideMaster" Target="slideMasters/slideMaster31.xml"/><Relationship Id="rId33" Type="http://schemas.openxmlformats.org/officeDocument/2006/relationships/slideMaster" Target="slideMasters/slideMaster32.xml"/><Relationship Id="rId34" Type="http://schemas.openxmlformats.org/officeDocument/2006/relationships/slide" Target="slides/slide1.xml"/><Relationship Id="rId35" Type="http://schemas.openxmlformats.org/officeDocument/2006/relationships/slide" Target="slides/slide2.xml"/><Relationship Id="rId36" Type="http://schemas.openxmlformats.org/officeDocument/2006/relationships/slide" Target="slides/slide3.xml"/><Relationship Id="rId37" Type="http://schemas.openxmlformats.org/officeDocument/2006/relationships/slide" Target="slides/slide4.xml"/><Relationship Id="rId38" Type="http://schemas.openxmlformats.org/officeDocument/2006/relationships/slide" Target="slides/slide5.xml"/><Relationship Id="rId39" Type="http://schemas.openxmlformats.org/officeDocument/2006/relationships/slide" Target="slides/slide6.xml"/><Relationship Id="rId40" Type="http://schemas.openxmlformats.org/officeDocument/2006/relationships/slide" Target="slides/slide7.xml"/><Relationship Id="rId41" Type="http://schemas.openxmlformats.org/officeDocument/2006/relationships/slide" Target="slides/slide8.xml"/><Relationship Id="rId42" Type="http://schemas.openxmlformats.org/officeDocument/2006/relationships/slide" Target="slides/slide9.xml"/><Relationship Id="rId43" Type="http://schemas.openxmlformats.org/officeDocument/2006/relationships/slide" Target="slides/slide10.xml"/><Relationship Id="rId44" Type="http://schemas.openxmlformats.org/officeDocument/2006/relationships/slide" Target="slides/slide11.xml"/><Relationship Id="rId4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5.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26.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27.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28.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29.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0.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1.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11" name="PlaceHolder 1"/>
          <p:cNvSpPr>
            <a:spLocks noGrp="1"/>
          </p:cNvSpPr>
          <p:nvPr>
            <p:ph type="title"/>
          </p:nvPr>
        </p:nvSpPr>
        <p:spPr>
          <a:xfrm>
            <a:off x="1224720" y="539640"/>
            <a:ext cx="6694560" cy="109080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
        <p:nvSpPr>
          <p:cNvPr id="12"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indent="0" algn="ctr">
              <a:buNone/>
            </a:pPr>
            <a:endParaRPr b="0" lang="en-US" sz="3200" spc="-1" strike="noStrike">
              <a:solidFill>
                <a:srgbClr val="ffffff"/>
              </a:solidFill>
              <a:latin typeface="OpenSymbo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2">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0">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
    <p:spTree>
      <p:nvGrpSpPr>
        <p:cNvPr id="1" name=""/>
        <p:cNvGrpSpPr/>
        <p:nvPr/>
      </p:nvGrpSpPr>
      <p:grpSpPr>
        <a:xfrm>
          <a:off x="0" y="0"/>
          <a:ext cx="0" cy="0"/>
          <a:chOff x="0" y="0"/>
          <a:chExt cx="0" cy="0"/>
        </a:xfrm>
      </p:grpSpPr>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4">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4_1">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1">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spTree>
      <p:nvGrpSpPr>
        <p:cNvPr id="1" name=""/>
        <p:cNvGrpSpPr/>
        <p:nvPr/>
      </p:nvGrpSpPr>
      <p:grpSpPr>
        <a:xfrm>
          <a:off x="0" y="0"/>
          <a:ext cx="0" cy="0"/>
          <a:chOff x="0" y="0"/>
          <a:chExt cx="0" cy="0"/>
        </a:xfrm>
      </p:grpSpPr>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AND_TWO_COLUMNS_1">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AND_TWO_COLUMNS_1_1">
    <p:spTree>
      <p:nvGrpSpPr>
        <p:cNvPr id="1" name=""/>
        <p:cNvGrpSpPr/>
        <p:nvPr/>
      </p:nvGrpSpPr>
      <p:grpSpPr>
        <a:xfrm>
          <a:off x="0" y="0"/>
          <a:ext cx="0" cy="0"/>
          <a:chOff x="0" y="0"/>
          <a:chExt cx="0" cy="0"/>
        </a:xfrm>
      </p:grpSpPr>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6">
    <p:spTree>
      <p:nvGrpSpPr>
        <p:cNvPr id="1" name=""/>
        <p:cNvGrpSpPr/>
        <p:nvPr/>
      </p:nvGrpSpPr>
      <p:grpSpPr>
        <a:xfrm>
          <a:off x="0" y="0"/>
          <a:ext cx="0" cy="0"/>
          <a:chOff x="0" y="0"/>
          <a:chExt cx="0" cy="0"/>
        </a:xfrm>
      </p:grpSpPr>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2_1_1">
    <p:spTree>
      <p:nvGrpSpPr>
        <p:cNvPr id="1" name=""/>
        <p:cNvGrpSpPr/>
        <p:nvPr/>
      </p:nvGrpSpPr>
      <p:grpSpPr>
        <a:xfrm>
          <a:off x="0" y="0"/>
          <a:ext cx="0" cy="0"/>
          <a:chOff x="0" y="0"/>
          <a:chExt cx="0" cy="0"/>
        </a:xfrm>
      </p:grpSpPr>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5">
    <p:spTree>
      <p:nvGrpSpPr>
        <p:cNvPr id="1" name=""/>
        <p:cNvGrpSpPr/>
        <p:nvPr/>
      </p:nvGrpSpPr>
      <p:grpSpPr>
        <a:xfrm>
          <a:off x="0" y="0"/>
          <a:ext cx="0" cy="0"/>
          <a:chOff x="0" y="0"/>
          <a:chExt cx="0" cy="0"/>
        </a:xfrm>
      </p:grpSpPr>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7">
    <p:spTree>
      <p:nvGrpSpPr>
        <p:cNvPr id="1" name=""/>
        <p:cNvGrpSpPr/>
        <p:nvPr/>
      </p:nvGrpSpPr>
      <p:grpSpPr>
        <a:xfrm>
          <a:off x="0" y="0"/>
          <a:ext cx="0" cy="0"/>
          <a:chOff x="0" y="0"/>
          <a:chExt cx="0" cy="0"/>
        </a:xfrm>
      </p:grpSpPr>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8">
    <p:spTree>
      <p:nvGrpSpPr>
        <p:cNvPr id="1" name=""/>
        <p:cNvGrpSpPr/>
        <p:nvPr/>
      </p:nvGrpSpPr>
      <p:grpSpPr>
        <a:xfrm>
          <a:off x="0" y="0"/>
          <a:ext cx="0" cy="0"/>
          <a:chOff x="0" y="0"/>
          <a:chExt cx="0" cy="0"/>
        </a:xfrm>
      </p:grpSpPr>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8_1">
    <p:spTree>
      <p:nvGrpSpPr>
        <p:cNvPr id="1" name=""/>
        <p:cNvGrpSpPr/>
        <p:nvPr/>
      </p:nvGrpSpPr>
      <p:grpSpPr>
        <a:xfrm>
          <a:off x="0" y="0"/>
          <a:ext cx="0" cy="0"/>
          <a:chOff x="0" y="0"/>
          <a:chExt cx="0" cy="0"/>
        </a:xfrm>
      </p:grpSpPr>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_1">
    <p:spTree>
      <p:nvGrpSpPr>
        <p:cNvPr id="1" name=""/>
        <p:cNvGrpSpPr/>
        <p:nvPr/>
      </p:nvGrpSpPr>
      <p:grpSpPr>
        <a:xfrm>
          <a:off x="0" y="0"/>
          <a:ext cx="0" cy="0"/>
          <a:chOff x="0" y="0"/>
          <a:chExt cx="0" cy="0"/>
        </a:xfrm>
      </p:grpSpPr>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
    <p:spTree>
      <p:nvGrpSpPr>
        <p:cNvPr id="1" name=""/>
        <p:cNvGrpSpPr/>
        <p:nvPr/>
      </p:nvGrpSpPr>
      <p:grpSpPr>
        <a:xfrm>
          <a:off x="0" y="0"/>
          <a:ext cx="0" cy="0"/>
          <a:chOff x="0" y="0"/>
          <a:chExt cx="0" cy="0"/>
        </a:xfrm>
      </p:grpSpPr>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spTree>
      <p:nvGrpSpPr>
        <p:cNvPr id="1" name=""/>
        <p:cNvGrpSpPr/>
        <p:nvPr/>
      </p:nvGrpSpPr>
      <p:grpSpPr>
        <a:xfrm>
          <a:off x="0" y="0"/>
          <a:ext cx="0" cy="0"/>
          <a:chOff x="0" y="0"/>
          <a:chExt cx="0" cy="0"/>
        </a:xfrm>
      </p:grpSpPr>
      <p:sp>
        <p:nvSpPr>
          <p:cNvPr id="251" name="PlaceHolder 1"/>
          <p:cNvSpPr>
            <a:spLocks noGrp="1"/>
          </p:cNvSpPr>
          <p:nvPr>
            <p:ph type="title"/>
          </p:nvPr>
        </p:nvSpPr>
        <p:spPr>
          <a:xfrm>
            <a:off x="1224720" y="539640"/>
            <a:ext cx="6694560" cy="109080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
        <p:nvSpPr>
          <p:cNvPr id="252"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pPr indent="0">
              <a:spcBef>
                <a:spcPts val="1417"/>
              </a:spcBef>
              <a:buNone/>
            </a:pPr>
            <a:endParaRPr b="0" lang="fr-FR" sz="1400" spc="-1" strike="noStrike">
              <a:solidFill>
                <a:srgbClr val="000000"/>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_1">
    <p:spTree>
      <p:nvGrpSpPr>
        <p:cNvPr id="1" name=""/>
        <p:cNvGrpSpPr/>
        <p:nvPr/>
      </p:nvGrpSpPr>
      <p:grpSpPr>
        <a:xfrm>
          <a:off x="0" y="0"/>
          <a:ext cx="0" cy="0"/>
          <a:chOff x="0" y="0"/>
          <a:chExt cx="0" cy="0"/>
        </a:xfrm>
      </p:grpSpPr>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spTree>
      <p:nvGrpSpPr>
        <p:cNvPr id="1" name=""/>
        <p:cNvGrpSpPr/>
        <p:nvPr/>
      </p:nvGrpSpPr>
      <p:grpSpPr>
        <a:xfrm>
          <a:off x="0" y="0"/>
          <a:ext cx="0" cy="0"/>
          <a:chOff x="0" y="0"/>
          <a:chExt cx="0" cy="0"/>
        </a:xfrm>
      </p:grpSpPr>
      <p:sp>
        <p:nvSpPr>
          <p:cNvPr id="279" name="PlaceHolder 1"/>
          <p:cNvSpPr>
            <a:spLocks noGrp="1"/>
          </p:cNvSpPr>
          <p:nvPr>
            <p:ph type="title"/>
          </p:nvPr>
        </p:nvSpPr>
        <p:spPr>
          <a:xfrm>
            <a:off x="1224720" y="539640"/>
            <a:ext cx="6694560" cy="109080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
        <p:nvSpPr>
          <p:cNvPr id="280"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pPr indent="0">
              <a:spcBef>
                <a:spcPts val="1417"/>
              </a:spcBef>
              <a:buNone/>
            </a:pPr>
            <a:endParaRPr b="0" lang="fr-FR" sz="1400" spc="-1" strike="noStrike">
              <a:solidFill>
                <a:srgbClr val="000000"/>
              </a:solidFill>
              <a:latin typeface="Arial"/>
            </a:endParaRPr>
          </a:p>
        </p:txBody>
      </p:sp>
      <p:sp>
        <p:nvSpPr>
          <p:cNvPr id="281"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pPr indent="0">
              <a:spcBef>
                <a:spcPts val="1417"/>
              </a:spcBef>
              <a:buNone/>
            </a:pPr>
            <a:endParaRPr b="0" lang="fr-FR" sz="1400" spc="-1" strike="noStrike">
              <a:solidFill>
                <a:srgbClr val="000000"/>
              </a:solidFill>
              <a:latin typeface="Arial"/>
            </a:endParaRP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294" name="PlaceHolder 1"/>
          <p:cNvSpPr>
            <a:spLocks noGrp="1"/>
          </p:cNvSpPr>
          <p:nvPr>
            <p:ph type="title"/>
          </p:nvPr>
        </p:nvSpPr>
        <p:spPr>
          <a:xfrm>
            <a:off x="1224720" y="539640"/>
            <a:ext cx="6694560" cy="109080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spTree>
      <p:nvGrpSpPr>
        <p:cNvPr id="1" name=""/>
        <p:cNvGrpSpPr/>
        <p:nvPr/>
      </p:nvGrpSpPr>
      <p:grpSpPr>
        <a:xfrm>
          <a:off x="0" y="0"/>
          <a:ext cx="0" cy="0"/>
          <a:chOff x="0" y="0"/>
          <a:chExt cx="0" cy="0"/>
        </a:xfrm>
      </p:grpSpPr>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spTree>
      <p:nvGrpSpPr>
        <p:cNvPr id="1" name=""/>
        <p:cNvGrpSpPr/>
        <p:nvPr/>
      </p:nvGrpSpPr>
      <p:grpSpPr>
        <a:xfrm>
          <a:off x="0" y="0"/>
          <a:ext cx="0" cy="0"/>
          <a:chOff x="0" y="0"/>
          <a:chExt cx="0" cy="0"/>
        </a:xfrm>
      </p:grpSpPr>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spTree>
      <p:nvGrpSpPr>
        <p:cNvPr id="1" name=""/>
        <p:cNvGrpSpPr/>
        <p:nvPr/>
      </p:nvGrpSpPr>
      <p:grpSpPr>
        <a:xfrm>
          <a:off x="0" y="0"/>
          <a:ext cx="0" cy="0"/>
          <a:chOff x="0" y="0"/>
          <a:chExt cx="0" cy="0"/>
        </a:xfrm>
      </p:grpSpPr>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spTree>
      <p:nvGrpSpPr>
        <p:cNvPr id="1" name=""/>
        <p:cNvGrpSpPr/>
        <p:nvPr/>
      </p:nvGrpSpPr>
      <p:grpSpPr>
        <a:xfrm>
          <a:off x="0" y="0"/>
          <a:ext cx="0" cy="0"/>
          <a:chOff x="0" y="0"/>
          <a:chExt cx="0" cy="0"/>
        </a:xfrm>
      </p:grpSpPr>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mple-light-2">
    <p:spTree>
      <p:nvGrpSpPr>
        <p:cNvPr id="1" name=""/>
        <p:cNvGrpSpPr/>
        <p:nvPr/>
      </p:nvGrpSpPr>
      <p:grpSpPr>
        <a:xfrm>
          <a:off x="0" y="0"/>
          <a:ext cx="0" cy="0"/>
          <a:chOff x="0" y="0"/>
          <a:chExt cx="0" cy="0"/>
        </a:xfrm>
      </p:grpSpPr>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image" Target="../media/image3.jpe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 Id="rId6"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slideLayout" Target="../slideLayouts/slideLayout24.xml"/>
</Relationships>
</file>

<file path=ppt/slideMasters/_rels/slideMaster25.xml.rels><?xml version="1.0" encoding="UTF-8"?>
<Relationships xmlns="http://schemas.openxmlformats.org/package/2006/relationships"><Relationship Id="rId1" Type="http://schemas.openxmlformats.org/officeDocument/2006/relationships/theme" Target="../theme/theme25.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slideLayout" Target="../slideLayouts/slideLayout25.xml"/>
</Relationships>
</file>

<file path=ppt/slideMasters/_rels/slideMaster26.xml.rels><?xml version="1.0" encoding="UTF-8"?>
<Relationships xmlns="http://schemas.openxmlformats.org/package/2006/relationships"><Relationship Id="rId1" Type="http://schemas.openxmlformats.org/officeDocument/2006/relationships/theme" Target="../theme/theme2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slideLayout" Target="../slideLayouts/slideLayout26.xml"/>
</Relationships>
</file>

<file path=ppt/slideMasters/_rels/slideMaster27.xml.rels><?xml version="1.0" encoding="UTF-8"?>
<Relationships xmlns="http://schemas.openxmlformats.org/package/2006/relationships"><Relationship Id="rId1" Type="http://schemas.openxmlformats.org/officeDocument/2006/relationships/theme" Target="../theme/theme2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slideLayout" Target="../slideLayouts/slideLayout27.xml"/>
</Relationships>
</file>

<file path=ppt/slideMasters/_rels/slideMaster28.xml.rels><?xml version="1.0" encoding="UTF-8"?>
<Relationships xmlns="http://schemas.openxmlformats.org/package/2006/relationships"><Relationship Id="rId1" Type="http://schemas.openxmlformats.org/officeDocument/2006/relationships/theme" Target="../theme/theme28.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slideLayout" Target="../slideLayouts/slideLayout28.xml"/>
</Relationships>
</file>

<file path=ppt/slideMasters/_rels/slideMaster29.xml.rels><?xml version="1.0" encoding="UTF-8"?>
<Relationships xmlns="http://schemas.openxmlformats.org/package/2006/relationships"><Relationship Id="rId1" Type="http://schemas.openxmlformats.org/officeDocument/2006/relationships/theme" Target="../theme/theme29.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slideLayout" Target="../slideLayouts/slideLayout29.xml"/>
</Relationships>
</file>

<file path=ppt/slideMasters/_rels/slideMaster30.xml.rels><?xml version="1.0" encoding="UTF-8"?>
<Relationships xmlns="http://schemas.openxmlformats.org/package/2006/relationships"><Relationship Id="rId1" Type="http://schemas.openxmlformats.org/officeDocument/2006/relationships/theme" Target="../theme/theme30.xml"/><Relationship Id="rId2" Type="http://schemas.openxmlformats.org/officeDocument/2006/relationships/slideLayout" Target="../slideLayouts/slideLayout30.xml"/>
</Relationships>
</file>

<file path=ppt/slideMasters/_rels/slideMaster31.xml.rels><?xml version="1.0" encoding="UTF-8"?>
<Relationships xmlns="http://schemas.openxmlformats.org/package/2006/relationships"><Relationship Id="rId1" Type="http://schemas.openxmlformats.org/officeDocument/2006/relationships/theme" Target="../theme/theme31.xml"/><Relationship Id="rId2" Type="http://schemas.openxmlformats.org/officeDocument/2006/relationships/slideLayout" Target="../slideLayouts/slideLayout31.xml"/>
</Relationships>
</file>

<file path=ppt/slideMasters/_rels/slideMaster32.xml.rels><?xml version="1.0" encoding="UTF-8"?>
<Relationships xmlns="http://schemas.openxmlformats.org/package/2006/relationships"><Relationship Id="rId1" Type="http://schemas.openxmlformats.org/officeDocument/2006/relationships/theme" Target="../theme/theme32.xml"/><Relationship Id="rId2" Type="http://schemas.openxmlformats.org/officeDocument/2006/relationships/slideLayout" Target="../slideLayouts/slideLayout3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grpSp>
        <p:nvGrpSpPr>
          <p:cNvPr id="0" name="Google Shape;9;p2"/>
          <p:cNvGrpSpPr/>
          <p:nvPr/>
        </p:nvGrpSpPr>
        <p:grpSpPr>
          <a:xfrm>
            <a:off x="4157280" y="0"/>
            <a:ext cx="4986360" cy="3918600"/>
            <a:chOff x="4157280" y="0"/>
            <a:chExt cx="4986360" cy="3918600"/>
          </a:xfrm>
        </p:grpSpPr>
        <p:pic>
          <p:nvPicPr>
            <p:cNvPr id="1" name="Google Shape;10;p2" descr=""/>
            <p:cNvPicPr/>
            <p:nvPr/>
          </p:nvPicPr>
          <p:blipFill>
            <a:blip r:embed="rId2"/>
            <a:srcRect l="1389" t="26408" r="75083" b="13674"/>
            <a:stretch/>
          </p:blipFill>
          <p:spPr>
            <a:xfrm>
              <a:off x="6204600" y="0"/>
              <a:ext cx="2939040" cy="3918600"/>
            </a:xfrm>
            <a:prstGeom prst="rect">
              <a:avLst/>
            </a:prstGeom>
            <a:ln w="0">
              <a:noFill/>
            </a:ln>
          </p:spPr>
        </p:pic>
        <p:pic>
          <p:nvPicPr>
            <p:cNvPr id="2" name="Google Shape;11;p2" descr=""/>
            <p:cNvPicPr/>
            <p:nvPr/>
          </p:nvPicPr>
          <p:blipFill>
            <a:blip r:embed="rId3"/>
            <a:srcRect l="21159" t="55236" r="32617" b="4309"/>
            <a:stretch/>
          </p:blipFill>
          <p:spPr>
            <a:xfrm>
              <a:off x="4157280" y="0"/>
              <a:ext cx="4986360" cy="2283840"/>
            </a:xfrm>
            <a:prstGeom prst="rect">
              <a:avLst/>
            </a:prstGeom>
            <a:ln w="0">
              <a:noFill/>
            </a:ln>
          </p:spPr>
        </p:pic>
      </p:grpSp>
      <p:grpSp>
        <p:nvGrpSpPr>
          <p:cNvPr id="3" name="Google Shape;12;p2"/>
          <p:cNvGrpSpPr/>
          <p:nvPr/>
        </p:nvGrpSpPr>
        <p:grpSpPr>
          <a:xfrm>
            <a:off x="0" y="1018080"/>
            <a:ext cx="4437720" cy="4165920"/>
            <a:chOff x="0" y="1018080"/>
            <a:chExt cx="4437720" cy="4165920"/>
          </a:xfrm>
        </p:grpSpPr>
        <p:pic>
          <p:nvPicPr>
            <p:cNvPr id="4" name="Google Shape;13;p2" descr=""/>
            <p:cNvPicPr/>
            <p:nvPr/>
          </p:nvPicPr>
          <p:blipFill>
            <a:blip r:embed="rId4"/>
            <a:srcRect l="35370" t="5164" r="21351" b="51348"/>
            <a:stretch/>
          </p:blipFill>
          <p:spPr>
            <a:xfrm>
              <a:off x="0" y="2809440"/>
              <a:ext cx="4437720" cy="2333520"/>
            </a:xfrm>
            <a:prstGeom prst="rect">
              <a:avLst/>
            </a:prstGeom>
            <a:ln w="0">
              <a:noFill/>
            </a:ln>
          </p:spPr>
        </p:pic>
        <p:pic>
          <p:nvPicPr>
            <p:cNvPr id="5" name="Google Shape;14;p2" descr=""/>
            <p:cNvPicPr/>
            <p:nvPr/>
          </p:nvPicPr>
          <p:blipFill>
            <a:blip r:embed="rId5"/>
            <a:srcRect l="0" t="21588" r="76117" b="13746"/>
            <a:stretch/>
          </p:blipFill>
          <p:spPr>
            <a:xfrm rot="10800000">
              <a:off x="360" y="1018080"/>
              <a:ext cx="2939040" cy="4165920"/>
            </a:xfrm>
            <a:prstGeom prst="rect">
              <a:avLst/>
            </a:prstGeom>
            <a:ln w="0">
              <a:noFill/>
            </a:ln>
          </p:spPr>
        </p:pic>
      </p:grpSp>
      <p:sp>
        <p:nvSpPr>
          <p:cNvPr id="6" name="PlaceHolder 1"/>
          <p:cNvSpPr>
            <a:spLocks noGrp="1"/>
          </p:cNvSpPr>
          <p:nvPr>
            <p:ph type="title"/>
          </p:nvPr>
        </p:nvSpPr>
        <p:spPr>
          <a:xfrm>
            <a:off x="828720" y="1017720"/>
            <a:ext cx="7486200" cy="2018880"/>
          </a:xfrm>
          <a:prstGeom prst="rect">
            <a:avLst/>
          </a:prstGeom>
          <a:noFill/>
          <a:ln w="0">
            <a:noFill/>
          </a:ln>
        </p:spPr>
        <p:txBody>
          <a:bodyPr lIns="91440" rIns="91440" tIns="91440" bIns="91440" anchor="b">
            <a:noAutofit/>
          </a:bodyPr>
          <a:p>
            <a:pPr indent="0">
              <a:buNone/>
            </a:pPr>
            <a:r>
              <a:rPr b="0" lang="fr-FR" sz="5200" spc="-1" strike="noStrike">
                <a:solidFill>
                  <a:schemeClr val="dk1"/>
                </a:solidFill>
                <a:latin typeface="Arial"/>
              </a:rPr>
              <a:t>Click to edit the title text format</a:t>
            </a:r>
            <a:endParaRPr b="0" lang="fr-FR" sz="5200" spc="-1" strike="noStrike">
              <a:solidFill>
                <a:schemeClr val="dk1"/>
              </a:solidFill>
              <a:latin typeface="Arial"/>
            </a:endParaRPr>
          </a:p>
        </p:txBody>
      </p:sp>
      <p:grpSp>
        <p:nvGrpSpPr>
          <p:cNvPr id="7" name="Google Shape;17;p2"/>
          <p:cNvGrpSpPr/>
          <p:nvPr/>
        </p:nvGrpSpPr>
        <p:grpSpPr>
          <a:xfrm>
            <a:off x="340200" y="-478800"/>
            <a:ext cx="7725600" cy="5975280"/>
            <a:chOff x="340200" y="-478800"/>
            <a:chExt cx="7725600" cy="5975280"/>
          </a:xfrm>
        </p:grpSpPr>
        <p:sp>
          <p:nvSpPr>
            <p:cNvPr id="8" name="Google Shape;18;p2"/>
            <p:cNvSpPr/>
            <p:nvPr/>
          </p:nvSpPr>
          <p:spPr>
            <a:xfrm>
              <a:off x="340200" y="4190760"/>
              <a:ext cx="745920" cy="1305720"/>
            </a:xfrm>
            <a:custGeom>
              <a:avLst/>
              <a:gdLst>
                <a:gd name="textAreaLeft" fmla="*/ 0 w 745920"/>
                <a:gd name="textAreaRight" fmla="*/ 746280 w 745920"/>
                <a:gd name="textAreaTop" fmla="*/ 0 h 1305720"/>
                <a:gd name="textAreaBottom" fmla="*/ 1306080 h 1305720"/>
              </a:gdLst>
              <a:ah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9" name="Google Shape;19;p2"/>
            <p:cNvSpPr/>
            <p:nvPr/>
          </p:nvSpPr>
          <p:spPr>
            <a:xfrm>
              <a:off x="7044480" y="-478800"/>
              <a:ext cx="1021320" cy="1018080"/>
            </a:xfrm>
            <a:custGeom>
              <a:avLst/>
              <a:gdLst>
                <a:gd name="textAreaLeft" fmla="*/ 0 w 1021320"/>
                <a:gd name="textAreaRight" fmla="*/ 1021680 w 1021320"/>
                <a:gd name="textAreaTop" fmla="*/ 0 h 1018080"/>
                <a:gd name="textAreaBottom" fmla="*/ 1018440 h 1018080"/>
              </a:gdLst>
              <a:ahLst/>
              <a:rect l="textAreaLeft" t="textAreaTop" r="textAreaRight" b="textAreaBottom"/>
              <a:pathLst>
                <a:path w="52484" h="52327">
                  <a:moveTo>
                    <a:pt x="23885" y="79"/>
                  </a:moveTo>
                  <a:lnTo>
                    <a:pt x="22706" y="158"/>
                  </a:lnTo>
                  <a:lnTo>
                    <a:pt x="24435" y="16500"/>
                  </a:lnTo>
                  <a:lnTo>
                    <a:pt x="25613" y="16421"/>
                  </a:lnTo>
                  <a:lnTo>
                    <a:pt x="23885" y="79"/>
                  </a:lnTo>
                  <a:close/>
                  <a:moveTo>
                    <a:pt x="28206" y="1"/>
                  </a:moveTo>
                  <a:lnTo>
                    <a:pt x="26477" y="16343"/>
                  </a:lnTo>
                  <a:lnTo>
                    <a:pt x="27735" y="16500"/>
                  </a:lnTo>
                  <a:lnTo>
                    <a:pt x="29463" y="158"/>
                  </a:lnTo>
                  <a:lnTo>
                    <a:pt x="28206" y="1"/>
                  </a:lnTo>
                  <a:close/>
                  <a:moveTo>
                    <a:pt x="33549" y="944"/>
                  </a:moveTo>
                  <a:lnTo>
                    <a:pt x="28520" y="16657"/>
                  </a:lnTo>
                  <a:lnTo>
                    <a:pt x="29699" y="16971"/>
                  </a:lnTo>
                  <a:lnTo>
                    <a:pt x="34727" y="1336"/>
                  </a:lnTo>
                  <a:lnTo>
                    <a:pt x="33549" y="944"/>
                  </a:lnTo>
                  <a:close/>
                  <a:moveTo>
                    <a:pt x="18542" y="1101"/>
                  </a:moveTo>
                  <a:lnTo>
                    <a:pt x="17364" y="1494"/>
                  </a:lnTo>
                  <a:lnTo>
                    <a:pt x="22470" y="17207"/>
                  </a:lnTo>
                  <a:lnTo>
                    <a:pt x="23649" y="16814"/>
                  </a:lnTo>
                  <a:lnTo>
                    <a:pt x="18542" y="1101"/>
                  </a:lnTo>
                  <a:close/>
                  <a:moveTo>
                    <a:pt x="38655" y="3065"/>
                  </a:moveTo>
                  <a:lnTo>
                    <a:pt x="30406" y="17286"/>
                  </a:lnTo>
                  <a:lnTo>
                    <a:pt x="31506" y="17914"/>
                  </a:lnTo>
                  <a:lnTo>
                    <a:pt x="39755" y="3693"/>
                  </a:lnTo>
                  <a:lnTo>
                    <a:pt x="38655" y="3065"/>
                  </a:lnTo>
                  <a:close/>
                  <a:moveTo>
                    <a:pt x="13514" y="3301"/>
                  </a:moveTo>
                  <a:lnTo>
                    <a:pt x="12414" y="3851"/>
                  </a:lnTo>
                  <a:lnTo>
                    <a:pt x="20585" y="18150"/>
                  </a:lnTo>
                  <a:lnTo>
                    <a:pt x="21685" y="17521"/>
                  </a:lnTo>
                  <a:lnTo>
                    <a:pt x="13514" y="3301"/>
                  </a:lnTo>
                  <a:close/>
                  <a:moveTo>
                    <a:pt x="43212" y="6129"/>
                  </a:moveTo>
                  <a:lnTo>
                    <a:pt x="32213" y="18386"/>
                  </a:lnTo>
                  <a:lnTo>
                    <a:pt x="33077" y="19171"/>
                  </a:lnTo>
                  <a:lnTo>
                    <a:pt x="44155" y="6993"/>
                  </a:lnTo>
                  <a:lnTo>
                    <a:pt x="43212" y="6129"/>
                  </a:lnTo>
                  <a:close/>
                  <a:moveTo>
                    <a:pt x="8957" y="6443"/>
                  </a:moveTo>
                  <a:lnTo>
                    <a:pt x="8014" y="7229"/>
                  </a:lnTo>
                  <a:lnTo>
                    <a:pt x="19092" y="19486"/>
                  </a:lnTo>
                  <a:lnTo>
                    <a:pt x="20035" y="18621"/>
                  </a:lnTo>
                  <a:lnTo>
                    <a:pt x="8957" y="6443"/>
                  </a:lnTo>
                  <a:close/>
                  <a:moveTo>
                    <a:pt x="46984" y="10136"/>
                  </a:moveTo>
                  <a:lnTo>
                    <a:pt x="33706" y="19721"/>
                  </a:lnTo>
                  <a:lnTo>
                    <a:pt x="34413" y="20743"/>
                  </a:lnTo>
                  <a:lnTo>
                    <a:pt x="47769" y="11079"/>
                  </a:lnTo>
                  <a:lnTo>
                    <a:pt x="46984" y="10136"/>
                  </a:lnTo>
                  <a:close/>
                  <a:moveTo>
                    <a:pt x="5264" y="10450"/>
                  </a:moveTo>
                  <a:lnTo>
                    <a:pt x="4479" y="11393"/>
                  </a:lnTo>
                  <a:lnTo>
                    <a:pt x="17835" y="21135"/>
                  </a:lnTo>
                  <a:lnTo>
                    <a:pt x="18542" y="20114"/>
                  </a:lnTo>
                  <a:lnTo>
                    <a:pt x="5264" y="10450"/>
                  </a:lnTo>
                  <a:close/>
                  <a:moveTo>
                    <a:pt x="49891" y="14771"/>
                  </a:moveTo>
                  <a:lnTo>
                    <a:pt x="34884" y="21450"/>
                  </a:lnTo>
                  <a:lnTo>
                    <a:pt x="35356" y="22628"/>
                  </a:lnTo>
                  <a:lnTo>
                    <a:pt x="50441" y="15871"/>
                  </a:lnTo>
                  <a:lnTo>
                    <a:pt x="49891" y="14771"/>
                  </a:lnTo>
                  <a:close/>
                  <a:moveTo>
                    <a:pt x="2436" y="15164"/>
                  </a:moveTo>
                  <a:lnTo>
                    <a:pt x="1964" y="16264"/>
                  </a:lnTo>
                  <a:lnTo>
                    <a:pt x="16971" y="22942"/>
                  </a:lnTo>
                  <a:lnTo>
                    <a:pt x="17442" y="21843"/>
                  </a:lnTo>
                  <a:lnTo>
                    <a:pt x="2436" y="15164"/>
                  </a:lnTo>
                  <a:close/>
                  <a:moveTo>
                    <a:pt x="51776" y="19878"/>
                  </a:moveTo>
                  <a:lnTo>
                    <a:pt x="35670" y="23335"/>
                  </a:lnTo>
                  <a:lnTo>
                    <a:pt x="35906" y="24592"/>
                  </a:lnTo>
                  <a:lnTo>
                    <a:pt x="52012" y="21135"/>
                  </a:lnTo>
                  <a:lnTo>
                    <a:pt x="51776" y="19878"/>
                  </a:lnTo>
                  <a:close/>
                  <a:moveTo>
                    <a:pt x="629" y="20350"/>
                  </a:moveTo>
                  <a:lnTo>
                    <a:pt x="393" y="21528"/>
                  </a:lnTo>
                  <a:lnTo>
                    <a:pt x="16499" y="24985"/>
                  </a:lnTo>
                  <a:lnTo>
                    <a:pt x="16814" y="23728"/>
                  </a:lnTo>
                  <a:lnTo>
                    <a:pt x="629" y="20350"/>
                  </a:lnTo>
                  <a:close/>
                  <a:moveTo>
                    <a:pt x="36063" y="25300"/>
                  </a:moveTo>
                  <a:lnTo>
                    <a:pt x="36063" y="26635"/>
                  </a:lnTo>
                  <a:lnTo>
                    <a:pt x="52483" y="26635"/>
                  </a:lnTo>
                  <a:lnTo>
                    <a:pt x="52483" y="25378"/>
                  </a:lnTo>
                  <a:lnTo>
                    <a:pt x="36063" y="25300"/>
                  </a:lnTo>
                  <a:close/>
                  <a:moveTo>
                    <a:pt x="0" y="25771"/>
                  </a:moveTo>
                  <a:lnTo>
                    <a:pt x="0" y="27028"/>
                  </a:lnTo>
                  <a:lnTo>
                    <a:pt x="16421" y="27028"/>
                  </a:lnTo>
                  <a:lnTo>
                    <a:pt x="16499" y="25771"/>
                  </a:lnTo>
                  <a:close/>
                  <a:moveTo>
                    <a:pt x="35984" y="27421"/>
                  </a:moveTo>
                  <a:lnTo>
                    <a:pt x="35748" y="28599"/>
                  </a:lnTo>
                  <a:lnTo>
                    <a:pt x="51855" y="32056"/>
                  </a:lnTo>
                  <a:lnTo>
                    <a:pt x="52090" y="30799"/>
                  </a:lnTo>
                  <a:lnTo>
                    <a:pt x="35984" y="27421"/>
                  </a:lnTo>
                  <a:close/>
                  <a:moveTo>
                    <a:pt x="16578" y="27814"/>
                  </a:moveTo>
                  <a:lnTo>
                    <a:pt x="472" y="31192"/>
                  </a:lnTo>
                  <a:lnTo>
                    <a:pt x="707" y="32449"/>
                  </a:lnTo>
                  <a:lnTo>
                    <a:pt x="16814" y="28992"/>
                  </a:lnTo>
                  <a:lnTo>
                    <a:pt x="16578" y="27814"/>
                  </a:lnTo>
                  <a:close/>
                  <a:moveTo>
                    <a:pt x="35513" y="29385"/>
                  </a:moveTo>
                  <a:lnTo>
                    <a:pt x="35041" y="30485"/>
                  </a:lnTo>
                  <a:lnTo>
                    <a:pt x="50048" y="37242"/>
                  </a:lnTo>
                  <a:lnTo>
                    <a:pt x="50598" y="36063"/>
                  </a:lnTo>
                  <a:lnTo>
                    <a:pt x="35513" y="29385"/>
                  </a:lnTo>
                  <a:close/>
                  <a:moveTo>
                    <a:pt x="17128" y="29778"/>
                  </a:moveTo>
                  <a:lnTo>
                    <a:pt x="2122" y="36456"/>
                  </a:lnTo>
                  <a:lnTo>
                    <a:pt x="2593" y="37556"/>
                  </a:lnTo>
                  <a:lnTo>
                    <a:pt x="17678" y="30956"/>
                  </a:lnTo>
                  <a:lnTo>
                    <a:pt x="17128" y="29778"/>
                  </a:lnTo>
                  <a:close/>
                  <a:moveTo>
                    <a:pt x="34648" y="31271"/>
                  </a:moveTo>
                  <a:lnTo>
                    <a:pt x="33863" y="32292"/>
                  </a:lnTo>
                  <a:lnTo>
                    <a:pt x="47219" y="41956"/>
                  </a:lnTo>
                  <a:lnTo>
                    <a:pt x="47926" y="40934"/>
                  </a:lnTo>
                  <a:lnTo>
                    <a:pt x="34648" y="31271"/>
                  </a:lnTo>
                  <a:close/>
                  <a:moveTo>
                    <a:pt x="18149" y="31585"/>
                  </a:moveTo>
                  <a:lnTo>
                    <a:pt x="4714" y="41249"/>
                  </a:lnTo>
                  <a:lnTo>
                    <a:pt x="5500" y="42270"/>
                  </a:lnTo>
                  <a:lnTo>
                    <a:pt x="18778" y="32528"/>
                  </a:lnTo>
                  <a:lnTo>
                    <a:pt x="18149" y="31585"/>
                  </a:lnTo>
                  <a:close/>
                  <a:moveTo>
                    <a:pt x="33470" y="32921"/>
                  </a:moveTo>
                  <a:lnTo>
                    <a:pt x="32449" y="33706"/>
                  </a:lnTo>
                  <a:lnTo>
                    <a:pt x="43527" y="45963"/>
                  </a:lnTo>
                  <a:lnTo>
                    <a:pt x="44469" y="45099"/>
                  </a:lnTo>
                  <a:lnTo>
                    <a:pt x="33470" y="32921"/>
                  </a:lnTo>
                  <a:close/>
                  <a:moveTo>
                    <a:pt x="19406" y="33156"/>
                  </a:moveTo>
                  <a:lnTo>
                    <a:pt x="8328" y="45413"/>
                  </a:lnTo>
                  <a:lnTo>
                    <a:pt x="9271" y="46198"/>
                  </a:lnTo>
                  <a:lnTo>
                    <a:pt x="20349" y="34021"/>
                  </a:lnTo>
                  <a:lnTo>
                    <a:pt x="19406" y="33156"/>
                  </a:lnTo>
                  <a:close/>
                  <a:moveTo>
                    <a:pt x="31899" y="34256"/>
                  </a:moveTo>
                  <a:lnTo>
                    <a:pt x="30799" y="34885"/>
                  </a:lnTo>
                  <a:lnTo>
                    <a:pt x="39048" y="49105"/>
                  </a:lnTo>
                  <a:lnTo>
                    <a:pt x="40148" y="48477"/>
                  </a:lnTo>
                  <a:lnTo>
                    <a:pt x="31899" y="34256"/>
                  </a:lnTo>
                  <a:close/>
                  <a:moveTo>
                    <a:pt x="20978" y="34413"/>
                  </a:moveTo>
                  <a:lnTo>
                    <a:pt x="12728" y="48713"/>
                  </a:lnTo>
                  <a:lnTo>
                    <a:pt x="13828" y="49341"/>
                  </a:lnTo>
                  <a:lnTo>
                    <a:pt x="22078" y="35042"/>
                  </a:lnTo>
                  <a:lnTo>
                    <a:pt x="20978" y="34413"/>
                  </a:lnTo>
                  <a:close/>
                  <a:moveTo>
                    <a:pt x="30092" y="35199"/>
                  </a:moveTo>
                  <a:lnTo>
                    <a:pt x="28834" y="35592"/>
                  </a:lnTo>
                  <a:lnTo>
                    <a:pt x="33941" y="51227"/>
                  </a:lnTo>
                  <a:lnTo>
                    <a:pt x="35120" y="50834"/>
                  </a:lnTo>
                  <a:lnTo>
                    <a:pt x="30092" y="35199"/>
                  </a:lnTo>
                  <a:close/>
                  <a:moveTo>
                    <a:pt x="22863" y="35356"/>
                  </a:moveTo>
                  <a:lnTo>
                    <a:pt x="17756" y="50991"/>
                  </a:lnTo>
                  <a:lnTo>
                    <a:pt x="18935" y="51384"/>
                  </a:lnTo>
                  <a:lnTo>
                    <a:pt x="24042" y="35749"/>
                  </a:lnTo>
                  <a:lnTo>
                    <a:pt x="22863" y="35356"/>
                  </a:lnTo>
                  <a:close/>
                  <a:moveTo>
                    <a:pt x="24828" y="35828"/>
                  </a:moveTo>
                  <a:lnTo>
                    <a:pt x="23099" y="52248"/>
                  </a:lnTo>
                  <a:lnTo>
                    <a:pt x="24356" y="52327"/>
                  </a:lnTo>
                  <a:lnTo>
                    <a:pt x="26085" y="35985"/>
                  </a:lnTo>
                  <a:lnTo>
                    <a:pt x="24828" y="35828"/>
                  </a:lnTo>
                  <a:close/>
                  <a:moveTo>
                    <a:pt x="28127" y="35828"/>
                  </a:moveTo>
                  <a:lnTo>
                    <a:pt x="26870" y="35906"/>
                  </a:lnTo>
                  <a:lnTo>
                    <a:pt x="28599" y="52327"/>
                  </a:lnTo>
                  <a:lnTo>
                    <a:pt x="29856" y="52170"/>
                  </a:lnTo>
                  <a:lnTo>
                    <a:pt x="28127" y="35828"/>
                  </a:ln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10"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6"/>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1284120" y="1723680"/>
            <a:ext cx="6575760" cy="1198080"/>
          </a:xfrm>
          <a:prstGeom prst="rect">
            <a:avLst/>
          </a:prstGeom>
          <a:noFill/>
          <a:ln w="0">
            <a:noFill/>
          </a:ln>
        </p:spPr>
        <p:txBody>
          <a:bodyPr lIns="91440" rIns="91440" tIns="91440" bIns="91440" anchor="b">
            <a:noAutofit/>
          </a:bodyPr>
          <a:p>
            <a:pPr indent="0" algn="ctr">
              <a:lnSpc>
                <a:spcPct val="100000"/>
              </a:lnSpc>
              <a:buNone/>
            </a:pPr>
            <a:r>
              <a:rPr b="1" lang="fr-FR" sz="6400" spc="-1" strike="noStrike">
                <a:solidFill>
                  <a:schemeClr val="lt1"/>
                </a:solidFill>
                <a:latin typeface="Unbounded"/>
                <a:ea typeface="Unbounded"/>
              </a:rPr>
              <a:t>xx%</a:t>
            </a:r>
            <a:endParaRPr b="0" lang="fr-FR" sz="6400" spc="-1" strike="noStrike">
              <a:solidFill>
                <a:schemeClr val="dk1"/>
              </a:solidFill>
              <a:latin typeface="Arial"/>
            </a:endParaRPr>
          </a:p>
        </p:txBody>
      </p:sp>
      <p:grpSp>
        <p:nvGrpSpPr>
          <p:cNvPr id="14" name="Google Shape;122;p11"/>
          <p:cNvGrpSpPr/>
          <p:nvPr/>
        </p:nvGrpSpPr>
        <p:grpSpPr>
          <a:xfrm>
            <a:off x="3030120" y="472320"/>
            <a:ext cx="6113520" cy="4711680"/>
            <a:chOff x="3030120" y="472320"/>
            <a:chExt cx="6113520" cy="4711680"/>
          </a:xfrm>
        </p:grpSpPr>
        <p:pic>
          <p:nvPicPr>
            <p:cNvPr id="15" name="Google Shape;123;p11" descr=""/>
            <p:cNvPicPr/>
            <p:nvPr/>
          </p:nvPicPr>
          <p:blipFill>
            <a:blip r:embed="rId2"/>
            <a:srcRect l="28359" t="0" r="28359" b="56512"/>
            <a:stretch/>
          </p:blipFill>
          <p:spPr>
            <a:xfrm flipH="1">
              <a:off x="3030120" y="2837520"/>
              <a:ext cx="4437720" cy="2333520"/>
            </a:xfrm>
            <a:prstGeom prst="rect">
              <a:avLst/>
            </a:prstGeom>
            <a:ln w="0">
              <a:noFill/>
            </a:ln>
          </p:spPr>
        </p:pic>
        <p:pic>
          <p:nvPicPr>
            <p:cNvPr id="16" name="Google Shape;124;p11" descr=""/>
            <p:cNvPicPr/>
            <p:nvPr/>
          </p:nvPicPr>
          <p:blipFill>
            <a:blip r:embed="rId3"/>
            <a:srcRect l="2611" t="15569" r="78800" b="11296"/>
            <a:stretch/>
          </p:blipFill>
          <p:spPr>
            <a:xfrm flipH="1" rot="10800000">
              <a:off x="6856920" y="472320"/>
              <a:ext cx="2286720" cy="4711680"/>
            </a:xfrm>
            <a:prstGeom prst="rect">
              <a:avLst/>
            </a:prstGeom>
            <a:ln w="0">
              <a:noFill/>
            </a:ln>
          </p:spPr>
        </p:pic>
      </p:grpSp>
      <p:grpSp>
        <p:nvGrpSpPr>
          <p:cNvPr id="17" name="Google Shape;125;p11"/>
          <p:cNvGrpSpPr/>
          <p:nvPr/>
        </p:nvGrpSpPr>
        <p:grpSpPr>
          <a:xfrm>
            <a:off x="5428800" y="-479160"/>
            <a:ext cx="2777760" cy="6044760"/>
            <a:chOff x="5428800" y="-479160"/>
            <a:chExt cx="2777760" cy="6044760"/>
          </a:xfrm>
        </p:grpSpPr>
        <p:sp>
          <p:nvSpPr>
            <p:cNvPr id="18" name="Google Shape;126;p11"/>
            <p:cNvSpPr/>
            <p:nvPr/>
          </p:nvSpPr>
          <p:spPr>
            <a:xfrm flipH="1">
              <a:off x="5428440" y="-479160"/>
              <a:ext cx="1021320" cy="1018080"/>
            </a:xfrm>
            <a:custGeom>
              <a:avLst/>
              <a:gdLst>
                <a:gd name="textAreaLeft" fmla="*/ -360 w 1021320"/>
                <a:gd name="textAreaRight" fmla="*/ 1021320 w 1021320"/>
                <a:gd name="textAreaTop" fmla="*/ 0 h 1018080"/>
                <a:gd name="textAreaBottom" fmla="*/ 1018440 h 1018080"/>
              </a:gdLst>
              <a:ahLst/>
              <a:rect l="textAreaLeft" t="textAreaTop" r="textAreaRight" b="textAreaBottom"/>
              <a:pathLst>
                <a:path w="52484" h="52327">
                  <a:moveTo>
                    <a:pt x="23885" y="79"/>
                  </a:moveTo>
                  <a:lnTo>
                    <a:pt x="22706" y="158"/>
                  </a:lnTo>
                  <a:lnTo>
                    <a:pt x="24435" y="16500"/>
                  </a:lnTo>
                  <a:lnTo>
                    <a:pt x="25613" y="16421"/>
                  </a:lnTo>
                  <a:lnTo>
                    <a:pt x="23885" y="79"/>
                  </a:lnTo>
                  <a:close/>
                  <a:moveTo>
                    <a:pt x="28206" y="1"/>
                  </a:moveTo>
                  <a:lnTo>
                    <a:pt x="26477" y="16343"/>
                  </a:lnTo>
                  <a:lnTo>
                    <a:pt x="27735" y="16500"/>
                  </a:lnTo>
                  <a:lnTo>
                    <a:pt x="29463" y="158"/>
                  </a:lnTo>
                  <a:lnTo>
                    <a:pt x="28206" y="1"/>
                  </a:lnTo>
                  <a:close/>
                  <a:moveTo>
                    <a:pt x="33549" y="944"/>
                  </a:moveTo>
                  <a:lnTo>
                    <a:pt x="28520" y="16657"/>
                  </a:lnTo>
                  <a:lnTo>
                    <a:pt x="29699" y="16971"/>
                  </a:lnTo>
                  <a:lnTo>
                    <a:pt x="34727" y="1336"/>
                  </a:lnTo>
                  <a:lnTo>
                    <a:pt x="33549" y="944"/>
                  </a:lnTo>
                  <a:close/>
                  <a:moveTo>
                    <a:pt x="18542" y="1101"/>
                  </a:moveTo>
                  <a:lnTo>
                    <a:pt x="17364" y="1494"/>
                  </a:lnTo>
                  <a:lnTo>
                    <a:pt x="22470" y="17207"/>
                  </a:lnTo>
                  <a:lnTo>
                    <a:pt x="23649" y="16814"/>
                  </a:lnTo>
                  <a:lnTo>
                    <a:pt x="18542" y="1101"/>
                  </a:lnTo>
                  <a:close/>
                  <a:moveTo>
                    <a:pt x="38655" y="3065"/>
                  </a:moveTo>
                  <a:lnTo>
                    <a:pt x="30406" y="17286"/>
                  </a:lnTo>
                  <a:lnTo>
                    <a:pt x="31506" y="17914"/>
                  </a:lnTo>
                  <a:lnTo>
                    <a:pt x="39755" y="3693"/>
                  </a:lnTo>
                  <a:lnTo>
                    <a:pt x="38655" y="3065"/>
                  </a:lnTo>
                  <a:close/>
                  <a:moveTo>
                    <a:pt x="13514" y="3301"/>
                  </a:moveTo>
                  <a:lnTo>
                    <a:pt x="12414" y="3851"/>
                  </a:lnTo>
                  <a:lnTo>
                    <a:pt x="20585" y="18150"/>
                  </a:lnTo>
                  <a:lnTo>
                    <a:pt x="21685" y="17521"/>
                  </a:lnTo>
                  <a:lnTo>
                    <a:pt x="13514" y="3301"/>
                  </a:lnTo>
                  <a:close/>
                  <a:moveTo>
                    <a:pt x="43212" y="6129"/>
                  </a:moveTo>
                  <a:lnTo>
                    <a:pt x="32213" y="18386"/>
                  </a:lnTo>
                  <a:lnTo>
                    <a:pt x="33077" y="19171"/>
                  </a:lnTo>
                  <a:lnTo>
                    <a:pt x="44155" y="6993"/>
                  </a:lnTo>
                  <a:lnTo>
                    <a:pt x="43212" y="6129"/>
                  </a:lnTo>
                  <a:close/>
                  <a:moveTo>
                    <a:pt x="8957" y="6443"/>
                  </a:moveTo>
                  <a:lnTo>
                    <a:pt x="8014" y="7229"/>
                  </a:lnTo>
                  <a:lnTo>
                    <a:pt x="19092" y="19486"/>
                  </a:lnTo>
                  <a:lnTo>
                    <a:pt x="20035" y="18621"/>
                  </a:lnTo>
                  <a:lnTo>
                    <a:pt x="8957" y="6443"/>
                  </a:lnTo>
                  <a:close/>
                  <a:moveTo>
                    <a:pt x="46984" y="10136"/>
                  </a:moveTo>
                  <a:lnTo>
                    <a:pt x="33706" y="19721"/>
                  </a:lnTo>
                  <a:lnTo>
                    <a:pt x="34413" y="20743"/>
                  </a:lnTo>
                  <a:lnTo>
                    <a:pt x="47769" y="11079"/>
                  </a:lnTo>
                  <a:lnTo>
                    <a:pt x="46984" y="10136"/>
                  </a:lnTo>
                  <a:close/>
                  <a:moveTo>
                    <a:pt x="5264" y="10450"/>
                  </a:moveTo>
                  <a:lnTo>
                    <a:pt x="4479" y="11393"/>
                  </a:lnTo>
                  <a:lnTo>
                    <a:pt x="17835" y="21135"/>
                  </a:lnTo>
                  <a:lnTo>
                    <a:pt x="18542" y="20114"/>
                  </a:lnTo>
                  <a:lnTo>
                    <a:pt x="5264" y="10450"/>
                  </a:lnTo>
                  <a:close/>
                  <a:moveTo>
                    <a:pt x="49891" y="14771"/>
                  </a:moveTo>
                  <a:lnTo>
                    <a:pt x="34884" y="21450"/>
                  </a:lnTo>
                  <a:lnTo>
                    <a:pt x="35356" y="22628"/>
                  </a:lnTo>
                  <a:lnTo>
                    <a:pt x="50441" y="15871"/>
                  </a:lnTo>
                  <a:lnTo>
                    <a:pt x="49891" y="14771"/>
                  </a:lnTo>
                  <a:close/>
                  <a:moveTo>
                    <a:pt x="2436" y="15164"/>
                  </a:moveTo>
                  <a:lnTo>
                    <a:pt x="1964" y="16264"/>
                  </a:lnTo>
                  <a:lnTo>
                    <a:pt x="16971" y="22942"/>
                  </a:lnTo>
                  <a:lnTo>
                    <a:pt x="17442" y="21843"/>
                  </a:lnTo>
                  <a:lnTo>
                    <a:pt x="2436" y="15164"/>
                  </a:lnTo>
                  <a:close/>
                  <a:moveTo>
                    <a:pt x="51776" y="19878"/>
                  </a:moveTo>
                  <a:lnTo>
                    <a:pt x="35670" y="23335"/>
                  </a:lnTo>
                  <a:lnTo>
                    <a:pt x="35906" y="24592"/>
                  </a:lnTo>
                  <a:lnTo>
                    <a:pt x="52012" y="21135"/>
                  </a:lnTo>
                  <a:lnTo>
                    <a:pt x="51776" y="19878"/>
                  </a:lnTo>
                  <a:close/>
                  <a:moveTo>
                    <a:pt x="629" y="20350"/>
                  </a:moveTo>
                  <a:lnTo>
                    <a:pt x="393" y="21528"/>
                  </a:lnTo>
                  <a:lnTo>
                    <a:pt x="16499" y="24985"/>
                  </a:lnTo>
                  <a:lnTo>
                    <a:pt x="16814" y="23728"/>
                  </a:lnTo>
                  <a:lnTo>
                    <a:pt x="629" y="20350"/>
                  </a:lnTo>
                  <a:close/>
                  <a:moveTo>
                    <a:pt x="36063" y="25300"/>
                  </a:moveTo>
                  <a:lnTo>
                    <a:pt x="36063" y="26635"/>
                  </a:lnTo>
                  <a:lnTo>
                    <a:pt x="52483" y="26635"/>
                  </a:lnTo>
                  <a:lnTo>
                    <a:pt x="52483" y="25378"/>
                  </a:lnTo>
                  <a:lnTo>
                    <a:pt x="36063" y="25300"/>
                  </a:lnTo>
                  <a:close/>
                  <a:moveTo>
                    <a:pt x="0" y="25771"/>
                  </a:moveTo>
                  <a:lnTo>
                    <a:pt x="0" y="27028"/>
                  </a:lnTo>
                  <a:lnTo>
                    <a:pt x="16421" y="27028"/>
                  </a:lnTo>
                  <a:lnTo>
                    <a:pt x="16499" y="25771"/>
                  </a:lnTo>
                  <a:close/>
                  <a:moveTo>
                    <a:pt x="35984" y="27421"/>
                  </a:moveTo>
                  <a:lnTo>
                    <a:pt x="35748" y="28599"/>
                  </a:lnTo>
                  <a:lnTo>
                    <a:pt x="51855" y="32056"/>
                  </a:lnTo>
                  <a:lnTo>
                    <a:pt x="52090" y="30799"/>
                  </a:lnTo>
                  <a:lnTo>
                    <a:pt x="35984" y="27421"/>
                  </a:lnTo>
                  <a:close/>
                  <a:moveTo>
                    <a:pt x="16578" y="27814"/>
                  </a:moveTo>
                  <a:lnTo>
                    <a:pt x="472" y="31192"/>
                  </a:lnTo>
                  <a:lnTo>
                    <a:pt x="707" y="32449"/>
                  </a:lnTo>
                  <a:lnTo>
                    <a:pt x="16814" y="28992"/>
                  </a:lnTo>
                  <a:lnTo>
                    <a:pt x="16578" y="27814"/>
                  </a:lnTo>
                  <a:close/>
                  <a:moveTo>
                    <a:pt x="35513" y="29385"/>
                  </a:moveTo>
                  <a:lnTo>
                    <a:pt x="35041" y="30485"/>
                  </a:lnTo>
                  <a:lnTo>
                    <a:pt x="50048" y="37242"/>
                  </a:lnTo>
                  <a:lnTo>
                    <a:pt x="50598" y="36063"/>
                  </a:lnTo>
                  <a:lnTo>
                    <a:pt x="35513" y="29385"/>
                  </a:lnTo>
                  <a:close/>
                  <a:moveTo>
                    <a:pt x="17128" y="29778"/>
                  </a:moveTo>
                  <a:lnTo>
                    <a:pt x="2122" y="36456"/>
                  </a:lnTo>
                  <a:lnTo>
                    <a:pt x="2593" y="37556"/>
                  </a:lnTo>
                  <a:lnTo>
                    <a:pt x="17678" y="30956"/>
                  </a:lnTo>
                  <a:lnTo>
                    <a:pt x="17128" y="29778"/>
                  </a:lnTo>
                  <a:close/>
                  <a:moveTo>
                    <a:pt x="34648" y="31271"/>
                  </a:moveTo>
                  <a:lnTo>
                    <a:pt x="33863" y="32292"/>
                  </a:lnTo>
                  <a:lnTo>
                    <a:pt x="47219" y="41956"/>
                  </a:lnTo>
                  <a:lnTo>
                    <a:pt x="47926" y="40934"/>
                  </a:lnTo>
                  <a:lnTo>
                    <a:pt x="34648" y="31271"/>
                  </a:lnTo>
                  <a:close/>
                  <a:moveTo>
                    <a:pt x="18149" y="31585"/>
                  </a:moveTo>
                  <a:lnTo>
                    <a:pt x="4714" y="41249"/>
                  </a:lnTo>
                  <a:lnTo>
                    <a:pt x="5500" y="42270"/>
                  </a:lnTo>
                  <a:lnTo>
                    <a:pt x="18778" y="32528"/>
                  </a:lnTo>
                  <a:lnTo>
                    <a:pt x="18149" y="31585"/>
                  </a:lnTo>
                  <a:close/>
                  <a:moveTo>
                    <a:pt x="33470" y="32921"/>
                  </a:moveTo>
                  <a:lnTo>
                    <a:pt x="32449" y="33706"/>
                  </a:lnTo>
                  <a:lnTo>
                    <a:pt x="43527" y="45963"/>
                  </a:lnTo>
                  <a:lnTo>
                    <a:pt x="44469" y="45099"/>
                  </a:lnTo>
                  <a:lnTo>
                    <a:pt x="33470" y="32921"/>
                  </a:lnTo>
                  <a:close/>
                  <a:moveTo>
                    <a:pt x="19406" y="33156"/>
                  </a:moveTo>
                  <a:lnTo>
                    <a:pt x="8328" y="45413"/>
                  </a:lnTo>
                  <a:lnTo>
                    <a:pt x="9271" y="46198"/>
                  </a:lnTo>
                  <a:lnTo>
                    <a:pt x="20349" y="34021"/>
                  </a:lnTo>
                  <a:lnTo>
                    <a:pt x="19406" y="33156"/>
                  </a:lnTo>
                  <a:close/>
                  <a:moveTo>
                    <a:pt x="31899" y="34256"/>
                  </a:moveTo>
                  <a:lnTo>
                    <a:pt x="30799" y="34885"/>
                  </a:lnTo>
                  <a:lnTo>
                    <a:pt x="39048" y="49105"/>
                  </a:lnTo>
                  <a:lnTo>
                    <a:pt x="40148" y="48477"/>
                  </a:lnTo>
                  <a:lnTo>
                    <a:pt x="31899" y="34256"/>
                  </a:lnTo>
                  <a:close/>
                  <a:moveTo>
                    <a:pt x="20978" y="34413"/>
                  </a:moveTo>
                  <a:lnTo>
                    <a:pt x="12728" y="48713"/>
                  </a:lnTo>
                  <a:lnTo>
                    <a:pt x="13828" y="49341"/>
                  </a:lnTo>
                  <a:lnTo>
                    <a:pt x="22078" y="35042"/>
                  </a:lnTo>
                  <a:lnTo>
                    <a:pt x="20978" y="34413"/>
                  </a:lnTo>
                  <a:close/>
                  <a:moveTo>
                    <a:pt x="30092" y="35199"/>
                  </a:moveTo>
                  <a:lnTo>
                    <a:pt x="28834" y="35592"/>
                  </a:lnTo>
                  <a:lnTo>
                    <a:pt x="33941" y="51227"/>
                  </a:lnTo>
                  <a:lnTo>
                    <a:pt x="35120" y="50834"/>
                  </a:lnTo>
                  <a:lnTo>
                    <a:pt x="30092" y="35199"/>
                  </a:lnTo>
                  <a:close/>
                  <a:moveTo>
                    <a:pt x="22863" y="35356"/>
                  </a:moveTo>
                  <a:lnTo>
                    <a:pt x="17756" y="50991"/>
                  </a:lnTo>
                  <a:lnTo>
                    <a:pt x="18935" y="51384"/>
                  </a:lnTo>
                  <a:lnTo>
                    <a:pt x="24042" y="35749"/>
                  </a:lnTo>
                  <a:lnTo>
                    <a:pt x="22863" y="35356"/>
                  </a:lnTo>
                  <a:close/>
                  <a:moveTo>
                    <a:pt x="24828" y="35828"/>
                  </a:moveTo>
                  <a:lnTo>
                    <a:pt x="23099" y="52248"/>
                  </a:lnTo>
                  <a:lnTo>
                    <a:pt x="24356" y="52327"/>
                  </a:lnTo>
                  <a:lnTo>
                    <a:pt x="26085" y="35985"/>
                  </a:lnTo>
                  <a:lnTo>
                    <a:pt x="24828" y="35828"/>
                  </a:lnTo>
                  <a:close/>
                  <a:moveTo>
                    <a:pt x="28127" y="35828"/>
                  </a:moveTo>
                  <a:lnTo>
                    <a:pt x="26870" y="35906"/>
                  </a:lnTo>
                  <a:lnTo>
                    <a:pt x="28599" y="52327"/>
                  </a:lnTo>
                  <a:lnTo>
                    <a:pt x="29856" y="52170"/>
                  </a:lnTo>
                  <a:lnTo>
                    <a:pt x="28127" y="35828"/>
                  </a:ln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9" name="Google Shape;127;p11"/>
            <p:cNvSpPr/>
            <p:nvPr/>
          </p:nvSpPr>
          <p:spPr>
            <a:xfrm flipH="1">
              <a:off x="7460640" y="4259880"/>
              <a:ext cx="745920" cy="1305720"/>
            </a:xfrm>
            <a:custGeom>
              <a:avLst/>
              <a:gdLst>
                <a:gd name="textAreaLeft" fmla="*/ 360 w 745920"/>
                <a:gd name="textAreaRight" fmla="*/ 746640 w 745920"/>
                <a:gd name="textAreaTop" fmla="*/ 0 h 1305720"/>
                <a:gd name="textAreaBottom" fmla="*/ 1306080 h 1305720"/>
              </a:gdLst>
              <a:ah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20" name="Google Shape;128;p11"/>
          <p:cNvGrpSpPr/>
          <p:nvPr/>
        </p:nvGrpSpPr>
        <p:grpSpPr>
          <a:xfrm>
            <a:off x="360" y="0"/>
            <a:ext cx="4986360" cy="3918600"/>
            <a:chOff x="360" y="0"/>
            <a:chExt cx="4986360" cy="3918600"/>
          </a:xfrm>
        </p:grpSpPr>
        <p:pic>
          <p:nvPicPr>
            <p:cNvPr id="21" name="Google Shape;129;p11" descr=""/>
            <p:cNvPicPr/>
            <p:nvPr/>
          </p:nvPicPr>
          <p:blipFill>
            <a:blip r:embed="rId4"/>
            <a:srcRect l="-3477" t="28515" r="79950" b="11567"/>
            <a:stretch/>
          </p:blipFill>
          <p:spPr>
            <a:xfrm flipH="1">
              <a:off x="360" y="0"/>
              <a:ext cx="2939040" cy="3918600"/>
            </a:xfrm>
            <a:prstGeom prst="rect">
              <a:avLst/>
            </a:prstGeom>
            <a:ln w="0">
              <a:noFill/>
            </a:ln>
          </p:spPr>
        </p:pic>
        <p:pic>
          <p:nvPicPr>
            <p:cNvPr id="22" name="Google Shape;130;p11" descr=""/>
            <p:cNvPicPr/>
            <p:nvPr/>
          </p:nvPicPr>
          <p:blipFill>
            <a:blip r:embed="rId5"/>
            <a:srcRect l="14460" t="59539" r="39317" b="0"/>
            <a:stretch/>
          </p:blipFill>
          <p:spPr>
            <a:xfrm flipH="1">
              <a:off x="360" y="0"/>
              <a:ext cx="4986360" cy="2283840"/>
            </a:xfrm>
            <a:prstGeom prst="rect">
              <a:avLst/>
            </a:prstGeom>
            <a:ln w="0">
              <a:noFill/>
            </a:ln>
          </p:spPr>
        </p:pic>
      </p:grpSp>
    </p:spTree>
  </p:cSld>
  <p:clrMap bg1="lt1" bg2="lt2" tx1="dk1" tx2="dk2" accent1="accent1" accent2="accent2" accent3="accent3" accent4="accent4" accent5="accent5" accent6="accent6" hlink="hlink" folHlink="folHlink"/>
  <p:sldLayoutIdLst>
    <p:sldLayoutId id="2147483651" r:id="rId6"/>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grpSp>
        <p:nvGrpSpPr>
          <p:cNvPr id="23" name="Google Shape;133;p13"/>
          <p:cNvGrpSpPr/>
          <p:nvPr/>
        </p:nvGrpSpPr>
        <p:grpSpPr>
          <a:xfrm>
            <a:off x="2311200" y="2939400"/>
            <a:ext cx="6505920" cy="2203920"/>
            <a:chOff x="2311200" y="2939400"/>
            <a:chExt cx="6505920" cy="2203920"/>
          </a:xfrm>
        </p:grpSpPr>
        <p:pic>
          <p:nvPicPr>
            <p:cNvPr id="24" name="Google Shape;134;p13" descr=""/>
            <p:cNvPicPr/>
            <p:nvPr/>
          </p:nvPicPr>
          <p:blipFill>
            <a:blip r:embed="rId2"/>
            <a:srcRect l="11666" t="2624" r="57865" b="63668"/>
            <a:stretch/>
          </p:blipFill>
          <p:spPr>
            <a:xfrm>
              <a:off x="5010480" y="2939400"/>
              <a:ext cx="3806640" cy="2203920"/>
            </a:xfrm>
            <a:prstGeom prst="rect">
              <a:avLst/>
            </a:prstGeom>
            <a:ln w="0">
              <a:noFill/>
            </a:ln>
          </p:spPr>
        </p:pic>
        <p:pic>
          <p:nvPicPr>
            <p:cNvPr id="25" name="Google Shape;135;p13" descr=""/>
            <p:cNvPicPr/>
            <p:nvPr/>
          </p:nvPicPr>
          <p:blipFill>
            <a:blip r:embed="rId3"/>
            <a:srcRect l="26888" t="6006" r="26885" b="64348"/>
            <a:stretch/>
          </p:blipFill>
          <p:spPr>
            <a:xfrm>
              <a:off x="2311200" y="3470040"/>
              <a:ext cx="4986360" cy="1673280"/>
            </a:xfrm>
            <a:prstGeom prst="rect">
              <a:avLst/>
            </a:prstGeom>
            <a:ln w="0">
              <a:noFill/>
            </a:ln>
          </p:spPr>
        </p:pic>
      </p:grpSp>
      <p:grpSp>
        <p:nvGrpSpPr>
          <p:cNvPr id="26" name="Google Shape;136;p13"/>
          <p:cNvGrpSpPr/>
          <p:nvPr/>
        </p:nvGrpSpPr>
        <p:grpSpPr>
          <a:xfrm>
            <a:off x="0" y="-12960"/>
            <a:ext cx="4251240" cy="2399400"/>
            <a:chOff x="0" y="-12960"/>
            <a:chExt cx="4251240" cy="2399400"/>
          </a:xfrm>
        </p:grpSpPr>
        <p:pic>
          <p:nvPicPr>
            <p:cNvPr id="27" name="Google Shape;137;p13" descr=""/>
            <p:cNvPicPr/>
            <p:nvPr/>
          </p:nvPicPr>
          <p:blipFill>
            <a:blip r:embed="rId4"/>
            <a:srcRect l="48611" t="43133" r="25720" b="12392"/>
            <a:stretch/>
          </p:blipFill>
          <p:spPr>
            <a:xfrm>
              <a:off x="0" y="0"/>
              <a:ext cx="2631600" cy="2386440"/>
            </a:xfrm>
            <a:prstGeom prst="rect">
              <a:avLst/>
            </a:prstGeom>
            <a:ln w="0">
              <a:noFill/>
            </a:ln>
          </p:spPr>
        </p:pic>
        <p:pic>
          <p:nvPicPr>
            <p:cNvPr id="28" name="Google Shape;138;p13" descr=""/>
            <p:cNvPicPr/>
            <p:nvPr/>
          </p:nvPicPr>
          <p:blipFill>
            <a:blip r:embed="rId5"/>
            <a:srcRect l="5591" t="19463" r="59874" b="55392"/>
            <a:stretch/>
          </p:blipFill>
          <p:spPr>
            <a:xfrm rot="10800000">
              <a:off x="360" y="-12960"/>
              <a:ext cx="4250880" cy="1618920"/>
            </a:xfrm>
            <a:prstGeom prst="rect">
              <a:avLst/>
            </a:prstGeom>
            <a:ln w="0">
              <a:noFill/>
            </a:ln>
          </p:spPr>
        </p:pic>
      </p:grpSp>
      <p:sp>
        <p:nvSpPr>
          <p:cNvPr id="29"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900" spc="-1" strike="noStrike">
                <a:solidFill>
                  <a:schemeClr val="dk1"/>
                </a:solidFill>
                <a:latin typeface="Arial"/>
              </a:rPr>
              <a:t>Click to edit the title text format</a:t>
            </a:r>
            <a:endParaRPr b="0" lang="fr-FR" sz="2900" spc="-1" strike="noStrike">
              <a:solidFill>
                <a:schemeClr val="dk1"/>
              </a:solidFill>
              <a:latin typeface="Arial"/>
            </a:endParaRPr>
          </a:p>
        </p:txBody>
      </p:sp>
      <p:sp>
        <p:nvSpPr>
          <p:cNvPr id="30" name="PlaceHolder 2"/>
          <p:cNvSpPr>
            <a:spLocks noGrp="1"/>
          </p:cNvSpPr>
          <p:nvPr>
            <p:ph type="title"/>
          </p:nvPr>
        </p:nvSpPr>
        <p:spPr>
          <a:xfrm>
            <a:off x="1434240" y="1702080"/>
            <a:ext cx="876960" cy="848880"/>
          </a:xfrm>
          <a:prstGeom prst="rect">
            <a:avLst/>
          </a:prstGeom>
          <a:noFill/>
          <a:ln w="19080">
            <a:solidFill>
              <a:schemeClr val="lt1"/>
            </a:solidFill>
            <a:round/>
          </a:ln>
        </p:spPr>
        <p:txBody>
          <a:bodyPr lIns="91440" rIns="91440" tIns="91440" bIns="91440" anchor="ctr">
            <a:noAutofit/>
          </a:bodyPr>
          <a:p>
            <a:pPr indent="0" algn="ctr">
              <a:lnSpc>
                <a:spcPct val="100000"/>
              </a:lnSpc>
              <a:buNone/>
            </a:pPr>
            <a:r>
              <a:rPr b="1" lang="fr-FR" sz="3000" spc="-1" strike="noStrike">
                <a:solidFill>
                  <a:schemeClr val="lt1"/>
                </a:solidFill>
                <a:latin typeface="Unbounded"/>
                <a:ea typeface="Unbounded"/>
              </a:rPr>
              <a:t>xx%</a:t>
            </a:r>
            <a:endParaRPr b="0" lang="fr-FR" sz="3000" spc="-1" strike="noStrike">
              <a:solidFill>
                <a:schemeClr val="dk1"/>
              </a:solidFill>
              <a:latin typeface="Arial"/>
            </a:endParaRPr>
          </a:p>
        </p:txBody>
      </p:sp>
      <p:sp>
        <p:nvSpPr>
          <p:cNvPr id="31" name="PlaceHolder 3"/>
          <p:cNvSpPr>
            <a:spLocks noGrp="1"/>
          </p:cNvSpPr>
          <p:nvPr>
            <p:ph type="title"/>
          </p:nvPr>
        </p:nvSpPr>
        <p:spPr>
          <a:xfrm>
            <a:off x="4133520" y="1702080"/>
            <a:ext cx="876960" cy="848880"/>
          </a:xfrm>
          <a:prstGeom prst="rect">
            <a:avLst/>
          </a:prstGeom>
          <a:noFill/>
          <a:ln w="19080">
            <a:solidFill>
              <a:schemeClr val="lt1"/>
            </a:solidFill>
            <a:round/>
          </a:ln>
        </p:spPr>
        <p:txBody>
          <a:bodyPr lIns="91440" rIns="91440" tIns="91440" bIns="91440" anchor="ctr">
            <a:noAutofit/>
          </a:bodyPr>
          <a:p>
            <a:pPr indent="0" algn="ctr">
              <a:lnSpc>
                <a:spcPct val="100000"/>
              </a:lnSpc>
              <a:buNone/>
            </a:pPr>
            <a:r>
              <a:rPr b="1" lang="fr-FR" sz="3000" spc="-1" strike="noStrike">
                <a:solidFill>
                  <a:schemeClr val="lt1"/>
                </a:solidFill>
                <a:latin typeface="Unbounded"/>
                <a:ea typeface="Unbounded"/>
              </a:rPr>
              <a:t>xx%</a:t>
            </a:r>
            <a:endParaRPr b="0" lang="fr-FR" sz="3000" spc="-1" strike="noStrike">
              <a:solidFill>
                <a:schemeClr val="dk1"/>
              </a:solidFill>
              <a:latin typeface="Arial"/>
            </a:endParaRPr>
          </a:p>
        </p:txBody>
      </p:sp>
      <p:sp>
        <p:nvSpPr>
          <p:cNvPr id="32" name="PlaceHolder 4"/>
          <p:cNvSpPr>
            <a:spLocks noGrp="1"/>
          </p:cNvSpPr>
          <p:nvPr>
            <p:ph type="title"/>
          </p:nvPr>
        </p:nvSpPr>
        <p:spPr>
          <a:xfrm>
            <a:off x="6832800" y="1702080"/>
            <a:ext cx="876960" cy="848880"/>
          </a:xfrm>
          <a:prstGeom prst="rect">
            <a:avLst/>
          </a:prstGeom>
          <a:noFill/>
          <a:ln w="19080">
            <a:solidFill>
              <a:schemeClr val="lt1"/>
            </a:solidFill>
            <a:round/>
          </a:ln>
        </p:spPr>
        <p:txBody>
          <a:bodyPr lIns="91440" rIns="91440" tIns="91440" bIns="91440" anchor="ctr">
            <a:noAutofit/>
          </a:bodyPr>
          <a:p>
            <a:pPr indent="0" algn="ctr">
              <a:lnSpc>
                <a:spcPct val="100000"/>
              </a:lnSpc>
              <a:buNone/>
            </a:pPr>
            <a:r>
              <a:rPr b="1" lang="fr-FR" sz="3000" spc="-1" strike="noStrike">
                <a:solidFill>
                  <a:schemeClr val="lt1"/>
                </a:solidFill>
                <a:latin typeface="Unbounded"/>
                <a:ea typeface="Unbounded"/>
              </a:rPr>
              <a:t>xx%</a:t>
            </a:r>
            <a:endParaRPr b="0" lang="fr-FR" sz="3000" spc="-1" strike="noStrike">
              <a:solidFill>
                <a:schemeClr val="dk1"/>
              </a:solidFill>
              <a:latin typeface="Arial"/>
            </a:endParaRPr>
          </a:p>
        </p:txBody>
      </p:sp>
      <p:grpSp>
        <p:nvGrpSpPr>
          <p:cNvPr id="33" name="Google Shape;149;p13"/>
          <p:cNvGrpSpPr/>
          <p:nvPr/>
        </p:nvGrpSpPr>
        <p:grpSpPr>
          <a:xfrm>
            <a:off x="-518760" y="297720"/>
            <a:ext cx="9494280" cy="5457600"/>
            <a:chOff x="-518760" y="297720"/>
            <a:chExt cx="9494280" cy="5457600"/>
          </a:xfrm>
        </p:grpSpPr>
        <p:sp>
          <p:nvSpPr>
            <p:cNvPr id="34" name="Google Shape;150;p13"/>
            <p:cNvSpPr/>
            <p:nvPr/>
          </p:nvSpPr>
          <p:spPr>
            <a:xfrm>
              <a:off x="220320" y="4650480"/>
              <a:ext cx="1545120" cy="350280"/>
            </a:xfrm>
            <a:custGeom>
              <a:avLst/>
              <a:gdLst>
                <a:gd name="textAreaLeft" fmla="*/ 0 w 1545120"/>
                <a:gd name="textAreaRight" fmla="*/ 1545480 w 1545120"/>
                <a:gd name="textAreaTop" fmla="*/ 0 h 350280"/>
                <a:gd name="textAreaBottom" fmla="*/ 350640 h 350280"/>
              </a:gdLst>
              <a:ah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ffffff"/>
                </a:solidFill>
                <a:latin typeface="OpenSymbol"/>
              </a:endParaRPr>
            </a:p>
          </p:txBody>
        </p:sp>
        <p:sp>
          <p:nvSpPr>
            <p:cNvPr id="35" name="Google Shape;151;p13"/>
            <p:cNvSpPr/>
            <p:nvPr/>
          </p:nvSpPr>
          <p:spPr>
            <a:xfrm>
              <a:off x="8229600" y="4449600"/>
              <a:ext cx="745920" cy="1305720"/>
            </a:xfrm>
            <a:custGeom>
              <a:avLst/>
              <a:gdLst>
                <a:gd name="textAreaLeft" fmla="*/ 0 w 745920"/>
                <a:gd name="textAreaRight" fmla="*/ 746280 w 745920"/>
                <a:gd name="textAreaTop" fmla="*/ 0 h 1305720"/>
                <a:gd name="textAreaBottom" fmla="*/ 1306080 h 1305720"/>
              </a:gdLst>
              <a:ah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6" name="Google Shape;152;p13"/>
            <p:cNvSpPr/>
            <p:nvPr/>
          </p:nvSpPr>
          <p:spPr>
            <a:xfrm>
              <a:off x="-518760" y="297720"/>
              <a:ext cx="1021320" cy="1018080"/>
            </a:xfrm>
            <a:custGeom>
              <a:avLst/>
              <a:gdLst>
                <a:gd name="textAreaLeft" fmla="*/ 0 w 1021320"/>
                <a:gd name="textAreaRight" fmla="*/ 1021680 w 1021320"/>
                <a:gd name="textAreaTop" fmla="*/ 0 h 1018080"/>
                <a:gd name="textAreaBottom" fmla="*/ 1018440 h 1018080"/>
              </a:gdLst>
              <a:ahLst/>
              <a:rect l="textAreaLeft" t="textAreaTop" r="textAreaRight" b="textAreaBottom"/>
              <a:pathLst>
                <a:path w="52484" h="52327">
                  <a:moveTo>
                    <a:pt x="23885" y="79"/>
                  </a:moveTo>
                  <a:lnTo>
                    <a:pt x="22706" y="158"/>
                  </a:lnTo>
                  <a:lnTo>
                    <a:pt x="24435" y="16500"/>
                  </a:lnTo>
                  <a:lnTo>
                    <a:pt x="25613" y="16421"/>
                  </a:lnTo>
                  <a:lnTo>
                    <a:pt x="23885" y="79"/>
                  </a:lnTo>
                  <a:close/>
                  <a:moveTo>
                    <a:pt x="28206" y="1"/>
                  </a:moveTo>
                  <a:lnTo>
                    <a:pt x="26477" y="16343"/>
                  </a:lnTo>
                  <a:lnTo>
                    <a:pt x="27735" y="16500"/>
                  </a:lnTo>
                  <a:lnTo>
                    <a:pt x="29463" y="158"/>
                  </a:lnTo>
                  <a:lnTo>
                    <a:pt x="28206" y="1"/>
                  </a:lnTo>
                  <a:close/>
                  <a:moveTo>
                    <a:pt x="33549" y="944"/>
                  </a:moveTo>
                  <a:lnTo>
                    <a:pt x="28520" y="16657"/>
                  </a:lnTo>
                  <a:lnTo>
                    <a:pt x="29699" y="16971"/>
                  </a:lnTo>
                  <a:lnTo>
                    <a:pt x="34727" y="1336"/>
                  </a:lnTo>
                  <a:lnTo>
                    <a:pt x="33549" y="944"/>
                  </a:lnTo>
                  <a:close/>
                  <a:moveTo>
                    <a:pt x="18542" y="1101"/>
                  </a:moveTo>
                  <a:lnTo>
                    <a:pt x="17364" y="1494"/>
                  </a:lnTo>
                  <a:lnTo>
                    <a:pt x="22470" y="17207"/>
                  </a:lnTo>
                  <a:lnTo>
                    <a:pt x="23649" y="16814"/>
                  </a:lnTo>
                  <a:lnTo>
                    <a:pt x="18542" y="1101"/>
                  </a:lnTo>
                  <a:close/>
                  <a:moveTo>
                    <a:pt x="38655" y="3065"/>
                  </a:moveTo>
                  <a:lnTo>
                    <a:pt x="30406" y="17286"/>
                  </a:lnTo>
                  <a:lnTo>
                    <a:pt x="31506" y="17914"/>
                  </a:lnTo>
                  <a:lnTo>
                    <a:pt x="39755" y="3693"/>
                  </a:lnTo>
                  <a:lnTo>
                    <a:pt x="38655" y="3065"/>
                  </a:lnTo>
                  <a:close/>
                  <a:moveTo>
                    <a:pt x="13514" y="3301"/>
                  </a:moveTo>
                  <a:lnTo>
                    <a:pt x="12414" y="3851"/>
                  </a:lnTo>
                  <a:lnTo>
                    <a:pt x="20585" y="18150"/>
                  </a:lnTo>
                  <a:lnTo>
                    <a:pt x="21685" y="17521"/>
                  </a:lnTo>
                  <a:lnTo>
                    <a:pt x="13514" y="3301"/>
                  </a:lnTo>
                  <a:close/>
                  <a:moveTo>
                    <a:pt x="43212" y="6129"/>
                  </a:moveTo>
                  <a:lnTo>
                    <a:pt x="32213" y="18386"/>
                  </a:lnTo>
                  <a:lnTo>
                    <a:pt x="33077" y="19171"/>
                  </a:lnTo>
                  <a:lnTo>
                    <a:pt x="44155" y="6993"/>
                  </a:lnTo>
                  <a:lnTo>
                    <a:pt x="43212" y="6129"/>
                  </a:lnTo>
                  <a:close/>
                  <a:moveTo>
                    <a:pt x="8957" y="6443"/>
                  </a:moveTo>
                  <a:lnTo>
                    <a:pt x="8014" y="7229"/>
                  </a:lnTo>
                  <a:lnTo>
                    <a:pt x="19092" y="19486"/>
                  </a:lnTo>
                  <a:lnTo>
                    <a:pt x="20035" y="18621"/>
                  </a:lnTo>
                  <a:lnTo>
                    <a:pt x="8957" y="6443"/>
                  </a:lnTo>
                  <a:close/>
                  <a:moveTo>
                    <a:pt x="46984" y="10136"/>
                  </a:moveTo>
                  <a:lnTo>
                    <a:pt x="33706" y="19721"/>
                  </a:lnTo>
                  <a:lnTo>
                    <a:pt x="34413" y="20743"/>
                  </a:lnTo>
                  <a:lnTo>
                    <a:pt x="47769" y="11079"/>
                  </a:lnTo>
                  <a:lnTo>
                    <a:pt x="46984" y="10136"/>
                  </a:lnTo>
                  <a:close/>
                  <a:moveTo>
                    <a:pt x="5264" y="10450"/>
                  </a:moveTo>
                  <a:lnTo>
                    <a:pt x="4479" y="11393"/>
                  </a:lnTo>
                  <a:lnTo>
                    <a:pt x="17835" y="21135"/>
                  </a:lnTo>
                  <a:lnTo>
                    <a:pt x="18542" y="20114"/>
                  </a:lnTo>
                  <a:lnTo>
                    <a:pt x="5264" y="10450"/>
                  </a:lnTo>
                  <a:close/>
                  <a:moveTo>
                    <a:pt x="49891" y="14771"/>
                  </a:moveTo>
                  <a:lnTo>
                    <a:pt x="34884" y="21450"/>
                  </a:lnTo>
                  <a:lnTo>
                    <a:pt x="35356" y="22628"/>
                  </a:lnTo>
                  <a:lnTo>
                    <a:pt x="50441" y="15871"/>
                  </a:lnTo>
                  <a:lnTo>
                    <a:pt x="49891" y="14771"/>
                  </a:lnTo>
                  <a:close/>
                  <a:moveTo>
                    <a:pt x="2436" y="15164"/>
                  </a:moveTo>
                  <a:lnTo>
                    <a:pt x="1964" y="16264"/>
                  </a:lnTo>
                  <a:lnTo>
                    <a:pt x="16971" y="22942"/>
                  </a:lnTo>
                  <a:lnTo>
                    <a:pt x="17442" y="21843"/>
                  </a:lnTo>
                  <a:lnTo>
                    <a:pt x="2436" y="15164"/>
                  </a:lnTo>
                  <a:close/>
                  <a:moveTo>
                    <a:pt x="51776" y="19878"/>
                  </a:moveTo>
                  <a:lnTo>
                    <a:pt x="35670" y="23335"/>
                  </a:lnTo>
                  <a:lnTo>
                    <a:pt x="35906" y="24592"/>
                  </a:lnTo>
                  <a:lnTo>
                    <a:pt x="52012" y="21135"/>
                  </a:lnTo>
                  <a:lnTo>
                    <a:pt x="51776" y="19878"/>
                  </a:lnTo>
                  <a:close/>
                  <a:moveTo>
                    <a:pt x="629" y="20350"/>
                  </a:moveTo>
                  <a:lnTo>
                    <a:pt x="393" y="21528"/>
                  </a:lnTo>
                  <a:lnTo>
                    <a:pt x="16499" y="24985"/>
                  </a:lnTo>
                  <a:lnTo>
                    <a:pt x="16814" y="23728"/>
                  </a:lnTo>
                  <a:lnTo>
                    <a:pt x="629" y="20350"/>
                  </a:lnTo>
                  <a:close/>
                  <a:moveTo>
                    <a:pt x="36063" y="25300"/>
                  </a:moveTo>
                  <a:lnTo>
                    <a:pt x="36063" y="26635"/>
                  </a:lnTo>
                  <a:lnTo>
                    <a:pt x="52483" y="26635"/>
                  </a:lnTo>
                  <a:lnTo>
                    <a:pt x="52483" y="25378"/>
                  </a:lnTo>
                  <a:lnTo>
                    <a:pt x="36063" y="25300"/>
                  </a:lnTo>
                  <a:close/>
                  <a:moveTo>
                    <a:pt x="0" y="25771"/>
                  </a:moveTo>
                  <a:lnTo>
                    <a:pt x="0" y="27028"/>
                  </a:lnTo>
                  <a:lnTo>
                    <a:pt x="16421" y="27028"/>
                  </a:lnTo>
                  <a:lnTo>
                    <a:pt x="16499" y="25771"/>
                  </a:lnTo>
                  <a:close/>
                  <a:moveTo>
                    <a:pt x="35984" y="27421"/>
                  </a:moveTo>
                  <a:lnTo>
                    <a:pt x="35748" y="28599"/>
                  </a:lnTo>
                  <a:lnTo>
                    <a:pt x="51855" y="32056"/>
                  </a:lnTo>
                  <a:lnTo>
                    <a:pt x="52090" y="30799"/>
                  </a:lnTo>
                  <a:lnTo>
                    <a:pt x="35984" y="27421"/>
                  </a:lnTo>
                  <a:close/>
                  <a:moveTo>
                    <a:pt x="16578" y="27814"/>
                  </a:moveTo>
                  <a:lnTo>
                    <a:pt x="472" y="31192"/>
                  </a:lnTo>
                  <a:lnTo>
                    <a:pt x="707" y="32449"/>
                  </a:lnTo>
                  <a:lnTo>
                    <a:pt x="16814" y="28992"/>
                  </a:lnTo>
                  <a:lnTo>
                    <a:pt x="16578" y="27814"/>
                  </a:lnTo>
                  <a:close/>
                  <a:moveTo>
                    <a:pt x="35513" y="29385"/>
                  </a:moveTo>
                  <a:lnTo>
                    <a:pt x="35041" y="30485"/>
                  </a:lnTo>
                  <a:lnTo>
                    <a:pt x="50048" y="37242"/>
                  </a:lnTo>
                  <a:lnTo>
                    <a:pt x="50598" y="36063"/>
                  </a:lnTo>
                  <a:lnTo>
                    <a:pt x="35513" y="29385"/>
                  </a:lnTo>
                  <a:close/>
                  <a:moveTo>
                    <a:pt x="17128" y="29778"/>
                  </a:moveTo>
                  <a:lnTo>
                    <a:pt x="2122" y="36456"/>
                  </a:lnTo>
                  <a:lnTo>
                    <a:pt x="2593" y="37556"/>
                  </a:lnTo>
                  <a:lnTo>
                    <a:pt x="17678" y="30956"/>
                  </a:lnTo>
                  <a:lnTo>
                    <a:pt x="17128" y="29778"/>
                  </a:lnTo>
                  <a:close/>
                  <a:moveTo>
                    <a:pt x="34648" y="31271"/>
                  </a:moveTo>
                  <a:lnTo>
                    <a:pt x="33863" y="32292"/>
                  </a:lnTo>
                  <a:lnTo>
                    <a:pt x="47219" y="41956"/>
                  </a:lnTo>
                  <a:lnTo>
                    <a:pt x="47926" y="40934"/>
                  </a:lnTo>
                  <a:lnTo>
                    <a:pt x="34648" y="31271"/>
                  </a:lnTo>
                  <a:close/>
                  <a:moveTo>
                    <a:pt x="18149" y="31585"/>
                  </a:moveTo>
                  <a:lnTo>
                    <a:pt x="4714" y="41249"/>
                  </a:lnTo>
                  <a:lnTo>
                    <a:pt x="5500" y="42270"/>
                  </a:lnTo>
                  <a:lnTo>
                    <a:pt x="18778" y="32528"/>
                  </a:lnTo>
                  <a:lnTo>
                    <a:pt x="18149" y="31585"/>
                  </a:lnTo>
                  <a:close/>
                  <a:moveTo>
                    <a:pt x="33470" y="32921"/>
                  </a:moveTo>
                  <a:lnTo>
                    <a:pt x="32449" y="33706"/>
                  </a:lnTo>
                  <a:lnTo>
                    <a:pt x="43527" y="45963"/>
                  </a:lnTo>
                  <a:lnTo>
                    <a:pt x="44469" y="45099"/>
                  </a:lnTo>
                  <a:lnTo>
                    <a:pt x="33470" y="32921"/>
                  </a:lnTo>
                  <a:close/>
                  <a:moveTo>
                    <a:pt x="19406" y="33156"/>
                  </a:moveTo>
                  <a:lnTo>
                    <a:pt x="8328" y="45413"/>
                  </a:lnTo>
                  <a:lnTo>
                    <a:pt x="9271" y="46198"/>
                  </a:lnTo>
                  <a:lnTo>
                    <a:pt x="20349" y="34021"/>
                  </a:lnTo>
                  <a:lnTo>
                    <a:pt x="19406" y="33156"/>
                  </a:lnTo>
                  <a:close/>
                  <a:moveTo>
                    <a:pt x="31899" y="34256"/>
                  </a:moveTo>
                  <a:lnTo>
                    <a:pt x="30799" y="34885"/>
                  </a:lnTo>
                  <a:lnTo>
                    <a:pt x="39048" y="49105"/>
                  </a:lnTo>
                  <a:lnTo>
                    <a:pt x="40148" y="48477"/>
                  </a:lnTo>
                  <a:lnTo>
                    <a:pt x="31899" y="34256"/>
                  </a:lnTo>
                  <a:close/>
                  <a:moveTo>
                    <a:pt x="20978" y="34413"/>
                  </a:moveTo>
                  <a:lnTo>
                    <a:pt x="12728" y="48713"/>
                  </a:lnTo>
                  <a:lnTo>
                    <a:pt x="13828" y="49341"/>
                  </a:lnTo>
                  <a:lnTo>
                    <a:pt x="22078" y="35042"/>
                  </a:lnTo>
                  <a:lnTo>
                    <a:pt x="20978" y="34413"/>
                  </a:lnTo>
                  <a:close/>
                  <a:moveTo>
                    <a:pt x="30092" y="35199"/>
                  </a:moveTo>
                  <a:lnTo>
                    <a:pt x="28834" y="35592"/>
                  </a:lnTo>
                  <a:lnTo>
                    <a:pt x="33941" y="51227"/>
                  </a:lnTo>
                  <a:lnTo>
                    <a:pt x="35120" y="50834"/>
                  </a:lnTo>
                  <a:lnTo>
                    <a:pt x="30092" y="35199"/>
                  </a:lnTo>
                  <a:close/>
                  <a:moveTo>
                    <a:pt x="22863" y="35356"/>
                  </a:moveTo>
                  <a:lnTo>
                    <a:pt x="17756" y="50991"/>
                  </a:lnTo>
                  <a:lnTo>
                    <a:pt x="18935" y="51384"/>
                  </a:lnTo>
                  <a:lnTo>
                    <a:pt x="24042" y="35749"/>
                  </a:lnTo>
                  <a:lnTo>
                    <a:pt x="22863" y="35356"/>
                  </a:lnTo>
                  <a:close/>
                  <a:moveTo>
                    <a:pt x="24828" y="35828"/>
                  </a:moveTo>
                  <a:lnTo>
                    <a:pt x="23099" y="52248"/>
                  </a:lnTo>
                  <a:lnTo>
                    <a:pt x="24356" y="52327"/>
                  </a:lnTo>
                  <a:lnTo>
                    <a:pt x="26085" y="35985"/>
                  </a:lnTo>
                  <a:lnTo>
                    <a:pt x="24828" y="35828"/>
                  </a:lnTo>
                  <a:close/>
                  <a:moveTo>
                    <a:pt x="28127" y="35828"/>
                  </a:moveTo>
                  <a:lnTo>
                    <a:pt x="26870" y="35906"/>
                  </a:lnTo>
                  <a:lnTo>
                    <a:pt x="28599" y="52327"/>
                  </a:lnTo>
                  <a:lnTo>
                    <a:pt x="29856" y="52170"/>
                  </a:lnTo>
                  <a:lnTo>
                    <a:pt x="28127" y="35828"/>
                  </a:ln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grpSp>
    </p:spTree>
  </p:cSld>
  <p:clrMap bg1="lt1" bg2="lt2" tx1="dk1" tx2="dk2" accent1="accent1" accent2="accent2" accent3="accent3" accent4="accent4" accent5="accent5" accent6="accent6" hlink="hlink" folHlink="folHlink"/>
  <p:sldLayoutIdLst>
    <p:sldLayoutId id="2147483655" r:id="rId6"/>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2567160" y="2357640"/>
            <a:ext cx="4009320" cy="1382400"/>
          </a:xfrm>
          <a:prstGeom prst="rect">
            <a:avLst/>
          </a:prstGeom>
          <a:noFill/>
          <a:ln w="0">
            <a:noFill/>
          </a:ln>
        </p:spPr>
        <p:txBody>
          <a:bodyPr lIns="91440" rIns="91440" tIns="91440" bIns="91440" anchor="b">
            <a:noAutofit/>
          </a:bodyPr>
          <a:p>
            <a:pPr indent="0">
              <a:buNone/>
            </a:pPr>
            <a:r>
              <a:rPr b="0" lang="fr-FR" sz="4000" spc="-1" strike="noStrike">
                <a:solidFill>
                  <a:schemeClr val="dk1"/>
                </a:solidFill>
                <a:latin typeface="Arial"/>
              </a:rPr>
              <a:t>Click to edit the title text format</a:t>
            </a:r>
            <a:endParaRPr b="0" lang="fr-FR" sz="4000" spc="-1" strike="noStrike">
              <a:solidFill>
                <a:schemeClr val="dk1"/>
              </a:solidFill>
              <a:latin typeface="Arial"/>
            </a:endParaRPr>
          </a:p>
        </p:txBody>
      </p:sp>
      <p:sp>
        <p:nvSpPr>
          <p:cNvPr id="38" name="PlaceHolder 2"/>
          <p:cNvSpPr>
            <a:spLocks noGrp="1"/>
          </p:cNvSpPr>
          <p:nvPr>
            <p:ph type="title"/>
          </p:nvPr>
        </p:nvSpPr>
        <p:spPr>
          <a:xfrm>
            <a:off x="3745800" y="776160"/>
            <a:ext cx="1652040" cy="1382400"/>
          </a:xfrm>
          <a:prstGeom prst="rect">
            <a:avLst/>
          </a:prstGeom>
          <a:noFill/>
          <a:ln w="19080">
            <a:solidFill>
              <a:schemeClr val="lt1"/>
            </a:solidFill>
            <a:round/>
          </a:ln>
        </p:spPr>
        <p:txBody>
          <a:bodyPr lIns="91440" rIns="91440" tIns="91440" bIns="91440" anchor="ctr">
            <a:noAutofit/>
          </a:bodyPr>
          <a:p>
            <a:pPr indent="0" algn="ctr">
              <a:lnSpc>
                <a:spcPct val="100000"/>
              </a:lnSpc>
              <a:buNone/>
            </a:pPr>
            <a:r>
              <a:rPr b="1" lang="fr-FR" sz="6000" spc="-1" strike="noStrike">
                <a:solidFill>
                  <a:schemeClr val="lt1"/>
                </a:solidFill>
                <a:latin typeface="Unbounded"/>
                <a:ea typeface="Unbounded"/>
              </a:rPr>
              <a:t>xx%</a:t>
            </a:r>
            <a:endParaRPr b="0" lang="fr-FR" sz="6000" spc="-1" strike="noStrike">
              <a:solidFill>
                <a:schemeClr val="dk1"/>
              </a:solidFill>
              <a:latin typeface="Arial"/>
            </a:endParaRPr>
          </a:p>
        </p:txBody>
      </p:sp>
      <p:grpSp>
        <p:nvGrpSpPr>
          <p:cNvPr id="39" name="Google Shape;157;p14"/>
          <p:cNvGrpSpPr/>
          <p:nvPr/>
        </p:nvGrpSpPr>
        <p:grpSpPr>
          <a:xfrm>
            <a:off x="5048640" y="0"/>
            <a:ext cx="4095360" cy="5142960"/>
            <a:chOff x="5048640" y="0"/>
            <a:chExt cx="4095360" cy="5142960"/>
          </a:xfrm>
        </p:grpSpPr>
        <p:pic>
          <p:nvPicPr>
            <p:cNvPr id="40" name="Google Shape;158;p14" descr=""/>
            <p:cNvPicPr/>
            <p:nvPr/>
          </p:nvPicPr>
          <p:blipFill>
            <a:blip r:embed="rId2"/>
            <a:srcRect l="5247" t="15708" r="79654" b="36603"/>
            <a:stretch/>
          </p:blipFill>
          <p:spPr>
            <a:xfrm>
              <a:off x="7258680" y="2024280"/>
              <a:ext cx="1885320" cy="3118680"/>
            </a:xfrm>
            <a:prstGeom prst="rect">
              <a:avLst/>
            </a:prstGeom>
            <a:ln w="0">
              <a:noFill/>
            </a:ln>
          </p:spPr>
        </p:pic>
        <p:pic>
          <p:nvPicPr>
            <p:cNvPr id="41" name="Google Shape;159;p14" descr=""/>
            <p:cNvPicPr/>
            <p:nvPr/>
          </p:nvPicPr>
          <p:blipFill>
            <a:blip r:embed="rId3"/>
            <a:srcRect l="27260" t="65593" r="34778" b="2257"/>
            <a:stretch/>
          </p:blipFill>
          <p:spPr>
            <a:xfrm>
              <a:off x="5048640" y="0"/>
              <a:ext cx="4095000" cy="1814400"/>
            </a:xfrm>
            <a:prstGeom prst="rect">
              <a:avLst/>
            </a:prstGeom>
            <a:ln w="0">
              <a:noFill/>
            </a:ln>
          </p:spPr>
        </p:pic>
      </p:grpSp>
      <p:grpSp>
        <p:nvGrpSpPr>
          <p:cNvPr id="42" name="Google Shape;160;p14"/>
          <p:cNvGrpSpPr/>
          <p:nvPr/>
        </p:nvGrpSpPr>
        <p:grpSpPr>
          <a:xfrm>
            <a:off x="0" y="767160"/>
            <a:ext cx="2939400" cy="4376520"/>
            <a:chOff x="0" y="767160"/>
            <a:chExt cx="2939400" cy="4376520"/>
          </a:xfrm>
        </p:grpSpPr>
        <p:pic>
          <p:nvPicPr>
            <p:cNvPr id="43" name="Google Shape;161;p14" descr=""/>
            <p:cNvPicPr/>
            <p:nvPr/>
          </p:nvPicPr>
          <p:blipFill>
            <a:blip r:embed="rId4"/>
            <a:srcRect l="54312" t="9226" r="30044" b="9238"/>
            <a:stretch/>
          </p:blipFill>
          <p:spPr>
            <a:xfrm>
              <a:off x="0" y="767160"/>
              <a:ext cx="1603080" cy="4376160"/>
            </a:xfrm>
            <a:prstGeom prst="rect">
              <a:avLst/>
            </a:prstGeom>
            <a:ln w="0">
              <a:noFill/>
            </a:ln>
          </p:spPr>
        </p:pic>
        <p:pic>
          <p:nvPicPr>
            <p:cNvPr id="44" name="Google Shape;162;p14" descr=""/>
            <p:cNvPicPr/>
            <p:nvPr/>
          </p:nvPicPr>
          <p:blipFill>
            <a:blip r:embed="rId5"/>
            <a:srcRect l="5068" t="54351" r="71049" b="-2805"/>
            <a:stretch/>
          </p:blipFill>
          <p:spPr>
            <a:xfrm rot="10800000">
              <a:off x="360" y="2022480"/>
              <a:ext cx="2939040" cy="3121200"/>
            </a:xfrm>
            <a:prstGeom prst="rect">
              <a:avLst/>
            </a:prstGeom>
            <a:ln w="0">
              <a:noFill/>
            </a:ln>
          </p:spPr>
        </p:pic>
      </p:grpSp>
      <p:grpSp>
        <p:nvGrpSpPr>
          <p:cNvPr id="45" name="Google Shape;163;p14"/>
          <p:cNvGrpSpPr/>
          <p:nvPr/>
        </p:nvGrpSpPr>
        <p:grpSpPr>
          <a:xfrm>
            <a:off x="500760" y="257040"/>
            <a:ext cx="8324280" cy="6775920"/>
            <a:chOff x="500760" y="257040"/>
            <a:chExt cx="8324280" cy="6775920"/>
          </a:xfrm>
        </p:grpSpPr>
        <p:sp>
          <p:nvSpPr>
            <p:cNvPr id="46" name="Google Shape;164;p14"/>
            <p:cNvSpPr/>
            <p:nvPr/>
          </p:nvSpPr>
          <p:spPr>
            <a:xfrm>
              <a:off x="500760" y="4083120"/>
              <a:ext cx="745920" cy="1305720"/>
            </a:xfrm>
            <a:custGeom>
              <a:avLst/>
              <a:gdLst>
                <a:gd name="textAreaLeft" fmla="*/ 0 w 745920"/>
                <a:gd name="textAreaRight" fmla="*/ 746280 w 745920"/>
                <a:gd name="textAreaTop" fmla="*/ 0 h 1305720"/>
                <a:gd name="textAreaBottom" fmla="*/ 1306080 h 1305720"/>
              </a:gdLst>
              <a:ah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47" name="Google Shape;165;p14"/>
            <p:cNvSpPr/>
            <p:nvPr/>
          </p:nvSpPr>
          <p:spPr>
            <a:xfrm>
              <a:off x="8274600" y="257040"/>
              <a:ext cx="550440" cy="564480"/>
            </a:xfrm>
            <a:custGeom>
              <a:avLst/>
              <a:gdLst>
                <a:gd name="textAreaLeft" fmla="*/ 0 w 550440"/>
                <a:gd name="textAreaRight" fmla="*/ 550800 w 550440"/>
                <a:gd name="textAreaTop" fmla="*/ 0 h 564480"/>
                <a:gd name="textAreaBottom" fmla="*/ 564840 h 564480"/>
              </a:gdLst>
              <a:ah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ffffff"/>
                </a:solidFill>
                <a:latin typeface="OpenSymbol"/>
              </a:endParaRPr>
            </a:p>
          </p:txBody>
        </p:sp>
        <p:sp>
          <p:nvSpPr>
            <p:cNvPr id="48" name="Google Shape;166;p14"/>
            <p:cNvSpPr/>
            <p:nvPr/>
          </p:nvSpPr>
          <p:spPr>
            <a:xfrm>
              <a:off x="5133240" y="4604040"/>
              <a:ext cx="2429280" cy="2428920"/>
            </a:xfrm>
            <a:custGeom>
              <a:avLst/>
              <a:gdLst>
                <a:gd name="textAreaLeft" fmla="*/ 0 w 2429280"/>
                <a:gd name="textAreaRight" fmla="*/ 2429640 w 2429280"/>
                <a:gd name="textAreaTop" fmla="*/ 0 h 2428920"/>
                <a:gd name="textAreaBottom" fmla="*/ 2429280 h 2428920"/>
              </a:gdLst>
              <a:ah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grpSp>
    </p:spTree>
  </p:cSld>
  <p:clrMap bg1="lt1" bg2="lt2" tx1="dk1" tx2="dk2" accent1="accent1" accent2="accent2" accent3="accent3" accent4="accent4" accent5="accent5" accent6="accent6" hlink="hlink" folHlink="folHlink"/>
  <p:sldLayoutIdLst>
    <p:sldLayoutId id="2147483657" r:id="rId6"/>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grpSp>
        <p:nvGrpSpPr>
          <p:cNvPr id="49" name="Google Shape;168;p15"/>
          <p:cNvGrpSpPr/>
          <p:nvPr/>
        </p:nvGrpSpPr>
        <p:grpSpPr>
          <a:xfrm>
            <a:off x="4157280" y="896400"/>
            <a:ext cx="4986360" cy="4287600"/>
            <a:chOff x="4157280" y="896400"/>
            <a:chExt cx="4986360" cy="4287600"/>
          </a:xfrm>
        </p:grpSpPr>
        <p:pic>
          <p:nvPicPr>
            <p:cNvPr id="50" name="Google Shape;169;p15" descr=""/>
            <p:cNvPicPr/>
            <p:nvPr/>
          </p:nvPicPr>
          <p:blipFill>
            <a:blip r:embed="rId2"/>
            <a:srcRect l="0" t="25169" r="78561" b="15088"/>
            <a:stretch/>
          </p:blipFill>
          <p:spPr>
            <a:xfrm flipH="1" rot="10800000">
              <a:off x="6204600" y="896400"/>
              <a:ext cx="2939040" cy="4287600"/>
            </a:xfrm>
            <a:prstGeom prst="rect">
              <a:avLst/>
            </a:prstGeom>
            <a:ln w="0">
              <a:noFill/>
            </a:ln>
          </p:spPr>
        </p:pic>
        <p:pic>
          <p:nvPicPr>
            <p:cNvPr id="51" name="Google Shape;170;p15" descr=""/>
            <p:cNvPicPr/>
            <p:nvPr/>
          </p:nvPicPr>
          <p:blipFill>
            <a:blip r:embed="rId3"/>
            <a:srcRect l="15332" t="49838" r="38444" b="2221"/>
            <a:stretch/>
          </p:blipFill>
          <p:spPr>
            <a:xfrm flipH="1" rot="10800000">
              <a:off x="4157280" y="2477160"/>
              <a:ext cx="4986360" cy="2706480"/>
            </a:xfrm>
            <a:prstGeom prst="rect">
              <a:avLst/>
            </a:prstGeom>
            <a:ln w="0">
              <a:noFill/>
            </a:ln>
          </p:spPr>
        </p:pic>
      </p:grpSp>
      <p:grpSp>
        <p:nvGrpSpPr>
          <p:cNvPr id="52" name="Google Shape;171;p15"/>
          <p:cNvGrpSpPr/>
          <p:nvPr/>
        </p:nvGrpSpPr>
        <p:grpSpPr>
          <a:xfrm>
            <a:off x="0" y="-58680"/>
            <a:ext cx="4437720" cy="4165920"/>
            <a:chOff x="0" y="-58680"/>
            <a:chExt cx="4437720" cy="4165920"/>
          </a:xfrm>
        </p:grpSpPr>
        <p:pic>
          <p:nvPicPr>
            <p:cNvPr id="53" name="Google Shape;172;p15" descr=""/>
            <p:cNvPicPr/>
            <p:nvPr/>
          </p:nvPicPr>
          <p:blipFill>
            <a:blip r:embed="rId4"/>
            <a:srcRect l="44287" t="1775" r="12435" b="54273"/>
            <a:stretch/>
          </p:blipFill>
          <p:spPr>
            <a:xfrm flipH="1" rot="10800000">
              <a:off x="0" y="15840"/>
              <a:ext cx="4437720" cy="2358360"/>
            </a:xfrm>
            <a:prstGeom prst="rect">
              <a:avLst/>
            </a:prstGeom>
            <a:ln w="0">
              <a:noFill/>
            </a:ln>
          </p:spPr>
        </p:pic>
        <p:pic>
          <p:nvPicPr>
            <p:cNvPr id="54" name="Google Shape;173;p15" descr=""/>
            <p:cNvPicPr/>
            <p:nvPr/>
          </p:nvPicPr>
          <p:blipFill>
            <a:blip r:embed="rId5"/>
            <a:srcRect l="-5663" t="7601" r="81780" b="27732"/>
            <a:stretch/>
          </p:blipFill>
          <p:spPr>
            <a:xfrm flipH="1">
              <a:off x="360" y="-58680"/>
              <a:ext cx="2939040" cy="4165920"/>
            </a:xfrm>
            <a:prstGeom prst="rect">
              <a:avLst/>
            </a:prstGeom>
            <a:ln w="0">
              <a:noFill/>
            </a:ln>
          </p:spPr>
        </p:pic>
      </p:grpSp>
      <p:grpSp>
        <p:nvGrpSpPr>
          <p:cNvPr id="55" name="Google Shape;174;p15"/>
          <p:cNvGrpSpPr/>
          <p:nvPr/>
        </p:nvGrpSpPr>
        <p:grpSpPr>
          <a:xfrm>
            <a:off x="0" y="133200"/>
            <a:ext cx="8837280" cy="6678000"/>
            <a:chOff x="0" y="133200"/>
            <a:chExt cx="8837280" cy="6678000"/>
          </a:xfrm>
        </p:grpSpPr>
        <p:sp>
          <p:nvSpPr>
            <p:cNvPr id="56" name="Google Shape;175;p15"/>
            <p:cNvSpPr/>
            <p:nvPr/>
          </p:nvSpPr>
          <p:spPr>
            <a:xfrm>
              <a:off x="0" y="4382280"/>
              <a:ext cx="2429280" cy="2428920"/>
            </a:xfrm>
            <a:custGeom>
              <a:avLst/>
              <a:gdLst>
                <a:gd name="textAreaLeft" fmla="*/ 0 w 2429280"/>
                <a:gd name="textAreaRight" fmla="*/ 2429640 w 2429280"/>
                <a:gd name="textAreaTop" fmla="*/ 0 h 2428920"/>
                <a:gd name="textAreaBottom" fmla="*/ 2429280 h 2428920"/>
              </a:gdLst>
              <a:ah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57" name="Google Shape;176;p15"/>
            <p:cNvSpPr/>
            <p:nvPr/>
          </p:nvSpPr>
          <p:spPr>
            <a:xfrm>
              <a:off x="7292160" y="364320"/>
              <a:ext cx="1545120" cy="350280"/>
            </a:xfrm>
            <a:custGeom>
              <a:avLst/>
              <a:gdLst>
                <a:gd name="textAreaLeft" fmla="*/ 0 w 1545120"/>
                <a:gd name="textAreaRight" fmla="*/ 1545480 w 1545120"/>
                <a:gd name="textAreaTop" fmla="*/ 0 h 350280"/>
                <a:gd name="textAreaBottom" fmla="*/ 350640 h 350280"/>
              </a:gdLst>
              <a:ah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ffffff"/>
                </a:solidFill>
                <a:latin typeface="OpenSymbol"/>
              </a:endParaRPr>
            </a:p>
          </p:txBody>
        </p:sp>
        <p:sp>
          <p:nvSpPr>
            <p:cNvPr id="58" name="Google Shape;177;p15"/>
            <p:cNvSpPr/>
            <p:nvPr/>
          </p:nvSpPr>
          <p:spPr>
            <a:xfrm>
              <a:off x="340200" y="133200"/>
              <a:ext cx="745920" cy="1305720"/>
            </a:xfrm>
            <a:custGeom>
              <a:avLst/>
              <a:gdLst>
                <a:gd name="textAreaLeft" fmla="*/ 0 w 745920"/>
                <a:gd name="textAreaRight" fmla="*/ 746280 w 745920"/>
                <a:gd name="textAreaTop" fmla="*/ 0 h 1305720"/>
                <a:gd name="textAreaBottom" fmla="*/ 1306080 h 1305720"/>
              </a:gdLst>
              <a:ah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59" name="PlaceHolder 1"/>
          <p:cNvSpPr>
            <a:spLocks noGrp="1"/>
          </p:cNvSpPr>
          <p:nvPr>
            <p:ph type="title"/>
          </p:nvPr>
        </p:nvSpPr>
        <p:spPr>
          <a:xfrm>
            <a:off x="1145880" y="3216600"/>
            <a:ext cx="6851880" cy="531720"/>
          </a:xfrm>
          <a:prstGeom prst="rect">
            <a:avLst/>
          </a:prstGeom>
          <a:noFill/>
          <a:ln w="0">
            <a:noFill/>
          </a:ln>
        </p:spPr>
        <p:txBody>
          <a:bodyPr lIns="91440" rIns="91440" tIns="91440" bIns="91440" anchor="ctr">
            <a:noAutofit/>
          </a:bodyPr>
          <a:p>
            <a:pPr indent="0">
              <a:buNone/>
            </a:pPr>
            <a:r>
              <a:rPr b="0" lang="fr-FR" sz="2900" spc="-1" strike="noStrike">
                <a:solidFill>
                  <a:schemeClr val="dk1"/>
                </a:solidFill>
                <a:latin typeface="Arial"/>
              </a:rPr>
              <a:t>Click to edit the title text format</a:t>
            </a:r>
            <a:endParaRPr b="0" lang="fr-FR" sz="29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59" r:id="rId6"/>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grpSp>
        <p:nvGrpSpPr>
          <p:cNvPr id="60" name="Google Shape;181;p16"/>
          <p:cNvGrpSpPr/>
          <p:nvPr/>
        </p:nvGrpSpPr>
        <p:grpSpPr>
          <a:xfrm>
            <a:off x="5400000" y="0"/>
            <a:ext cx="3743640" cy="5183640"/>
            <a:chOff x="5400000" y="0"/>
            <a:chExt cx="3743640" cy="5183640"/>
          </a:xfrm>
        </p:grpSpPr>
        <p:pic>
          <p:nvPicPr>
            <p:cNvPr id="61" name="Google Shape;182;p16" descr=""/>
            <p:cNvPicPr/>
            <p:nvPr/>
          </p:nvPicPr>
          <p:blipFill>
            <a:blip r:embed="rId2"/>
            <a:srcRect l="0" t="28154" r="83008" b="11928"/>
            <a:stretch/>
          </p:blipFill>
          <p:spPr>
            <a:xfrm>
              <a:off x="7021440" y="0"/>
              <a:ext cx="2122200" cy="3918600"/>
            </a:xfrm>
            <a:prstGeom prst="rect">
              <a:avLst/>
            </a:prstGeom>
            <a:ln w="0">
              <a:noFill/>
            </a:ln>
          </p:spPr>
        </p:pic>
        <p:pic>
          <p:nvPicPr>
            <p:cNvPr id="62" name="Google Shape;183;p16" descr=""/>
            <p:cNvPicPr/>
            <p:nvPr/>
          </p:nvPicPr>
          <p:blipFill>
            <a:blip r:embed="rId3"/>
            <a:srcRect l="13257" t="4640" r="52035" b="54899"/>
            <a:stretch/>
          </p:blipFill>
          <p:spPr>
            <a:xfrm>
              <a:off x="5400000" y="2899800"/>
              <a:ext cx="3743640" cy="2283840"/>
            </a:xfrm>
            <a:prstGeom prst="rect">
              <a:avLst/>
            </a:prstGeom>
            <a:ln w="0">
              <a:noFill/>
            </a:ln>
          </p:spPr>
        </p:pic>
      </p:grpSp>
      <p:grpSp>
        <p:nvGrpSpPr>
          <p:cNvPr id="63" name="Google Shape;184;p16"/>
          <p:cNvGrpSpPr/>
          <p:nvPr/>
        </p:nvGrpSpPr>
        <p:grpSpPr>
          <a:xfrm>
            <a:off x="0" y="-101520"/>
            <a:ext cx="4437720" cy="4762080"/>
            <a:chOff x="0" y="-101520"/>
            <a:chExt cx="4437720" cy="4762080"/>
          </a:xfrm>
        </p:grpSpPr>
        <p:pic>
          <p:nvPicPr>
            <p:cNvPr id="64" name="Google Shape;185;p16" descr=""/>
            <p:cNvPicPr/>
            <p:nvPr/>
          </p:nvPicPr>
          <p:blipFill>
            <a:blip r:embed="rId4"/>
            <a:srcRect l="31146" t="56446" r="25575" b="4983"/>
            <a:stretch/>
          </p:blipFill>
          <p:spPr>
            <a:xfrm>
              <a:off x="0" y="0"/>
              <a:ext cx="4437720" cy="2069640"/>
            </a:xfrm>
            <a:prstGeom prst="rect">
              <a:avLst/>
            </a:prstGeom>
            <a:ln w="0">
              <a:noFill/>
            </a:ln>
          </p:spPr>
        </p:pic>
        <p:pic>
          <p:nvPicPr>
            <p:cNvPr id="65" name="Google Shape;186;p16" descr=""/>
            <p:cNvPicPr/>
            <p:nvPr/>
          </p:nvPicPr>
          <p:blipFill>
            <a:blip r:embed="rId5"/>
            <a:srcRect l="4614" t="2365" r="79209" b="23718"/>
            <a:stretch/>
          </p:blipFill>
          <p:spPr>
            <a:xfrm rot="10800000">
              <a:off x="360" y="-101520"/>
              <a:ext cx="1989720" cy="4762080"/>
            </a:xfrm>
            <a:prstGeom prst="rect">
              <a:avLst/>
            </a:prstGeom>
            <a:ln w="0">
              <a:noFill/>
            </a:ln>
          </p:spPr>
        </p:pic>
      </p:grpSp>
      <p:sp>
        <p:nvSpPr>
          <p:cNvPr id="66"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900" spc="-1" strike="noStrike">
                <a:solidFill>
                  <a:schemeClr val="dk1"/>
                </a:solidFill>
                <a:latin typeface="Arial"/>
              </a:rPr>
              <a:t>Click to edit the title text format</a:t>
            </a:r>
            <a:endParaRPr b="0" lang="fr-FR" sz="2900" spc="-1" strike="noStrike">
              <a:solidFill>
                <a:schemeClr val="dk1"/>
              </a:solidFill>
              <a:latin typeface="Arial"/>
            </a:endParaRPr>
          </a:p>
        </p:txBody>
      </p:sp>
      <p:grpSp>
        <p:nvGrpSpPr>
          <p:cNvPr id="67" name="Google Shape;188;p16"/>
          <p:cNvGrpSpPr/>
          <p:nvPr/>
        </p:nvGrpSpPr>
        <p:grpSpPr>
          <a:xfrm>
            <a:off x="-1946520" y="-570240"/>
            <a:ext cx="10978560" cy="5713200"/>
            <a:chOff x="-1946520" y="-570240"/>
            <a:chExt cx="10978560" cy="5713200"/>
          </a:xfrm>
        </p:grpSpPr>
        <p:grpSp>
          <p:nvGrpSpPr>
            <p:cNvPr id="68" name="Google Shape;189;p16"/>
            <p:cNvGrpSpPr/>
            <p:nvPr/>
          </p:nvGrpSpPr>
          <p:grpSpPr>
            <a:xfrm>
              <a:off x="-1946520" y="-570240"/>
              <a:ext cx="10978560" cy="5713200"/>
              <a:chOff x="-1946520" y="-570240"/>
              <a:chExt cx="10978560" cy="5713200"/>
            </a:xfrm>
          </p:grpSpPr>
          <p:sp>
            <p:nvSpPr>
              <p:cNvPr id="69" name="Google Shape;190;p16"/>
              <p:cNvSpPr/>
              <p:nvPr/>
            </p:nvSpPr>
            <p:spPr>
              <a:xfrm rot="5400000">
                <a:off x="-1946520" y="2713680"/>
                <a:ext cx="2429280" cy="2428920"/>
              </a:xfrm>
              <a:custGeom>
                <a:avLst/>
                <a:gdLst>
                  <a:gd name="textAreaLeft" fmla="*/ 0 w 2429280"/>
                  <a:gd name="textAreaRight" fmla="*/ 2429640 w 2429280"/>
                  <a:gd name="textAreaTop" fmla="*/ 0 h 2428920"/>
                  <a:gd name="textAreaBottom" fmla="*/ 2429280 h 2428920"/>
                </a:gdLst>
                <a:ah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70" name="Google Shape;191;p16"/>
              <p:cNvSpPr/>
              <p:nvPr/>
            </p:nvSpPr>
            <p:spPr>
              <a:xfrm>
                <a:off x="8286120" y="-570240"/>
                <a:ext cx="745920" cy="1305720"/>
              </a:xfrm>
              <a:custGeom>
                <a:avLst/>
                <a:gdLst>
                  <a:gd name="textAreaLeft" fmla="*/ 0 w 745920"/>
                  <a:gd name="textAreaRight" fmla="*/ 746280 w 745920"/>
                  <a:gd name="textAreaTop" fmla="*/ 0 h 1305720"/>
                  <a:gd name="textAreaBottom" fmla="*/ 1306080 h 1305720"/>
                </a:gdLst>
                <a:ah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71" name="Google Shape;192;p16"/>
            <p:cNvSpPr/>
            <p:nvPr/>
          </p:nvSpPr>
          <p:spPr>
            <a:xfrm>
              <a:off x="7245720" y="4604040"/>
              <a:ext cx="1545120" cy="350280"/>
            </a:xfrm>
            <a:custGeom>
              <a:avLst/>
              <a:gdLst>
                <a:gd name="textAreaLeft" fmla="*/ 0 w 1545120"/>
                <a:gd name="textAreaRight" fmla="*/ 1545480 w 1545120"/>
                <a:gd name="textAreaTop" fmla="*/ 0 h 350280"/>
                <a:gd name="textAreaBottom" fmla="*/ 350640 h 350280"/>
              </a:gdLst>
              <a:ah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ffffff"/>
                </a:solidFill>
                <a:latin typeface="OpenSymbol"/>
              </a:endParaRPr>
            </a:p>
          </p:txBody>
        </p:sp>
      </p:grpSp>
    </p:spTree>
  </p:cSld>
  <p:clrMap bg1="lt1" bg2="lt2" tx1="dk1" tx2="dk2" accent1="accent1" accent2="accent2" accent3="accent3" accent4="accent4" accent5="accent5" accent6="accent6" hlink="hlink" folHlink="folHlink"/>
  <p:sldLayoutIdLst>
    <p:sldLayoutId id="2147483661" r:id="rId6"/>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grpSp>
        <p:nvGrpSpPr>
          <p:cNvPr id="72" name="Google Shape;194;p17"/>
          <p:cNvGrpSpPr/>
          <p:nvPr/>
        </p:nvGrpSpPr>
        <p:grpSpPr>
          <a:xfrm>
            <a:off x="4157280" y="0"/>
            <a:ext cx="4986360" cy="3918600"/>
            <a:chOff x="4157280" y="0"/>
            <a:chExt cx="4986360" cy="3918600"/>
          </a:xfrm>
        </p:grpSpPr>
        <p:pic>
          <p:nvPicPr>
            <p:cNvPr id="73" name="Google Shape;195;p17" descr=""/>
            <p:cNvPicPr/>
            <p:nvPr/>
          </p:nvPicPr>
          <p:blipFill>
            <a:blip r:embed="rId2"/>
            <a:srcRect l="1389" t="26408" r="75083" b="13674"/>
            <a:stretch/>
          </p:blipFill>
          <p:spPr>
            <a:xfrm>
              <a:off x="6204600" y="0"/>
              <a:ext cx="2939040" cy="3918600"/>
            </a:xfrm>
            <a:prstGeom prst="rect">
              <a:avLst/>
            </a:prstGeom>
            <a:ln w="0">
              <a:noFill/>
            </a:ln>
          </p:spPr>
        </p:pic>
        <p:pic>
          <p:nvPicPr>
            <p:cNvPr id="74" name="Google Shape;196;p17" descr=""/>
            <p:cNvPicPr/>
            <p:nvPr/>
          </p:nvPicPr>
          <p:blipFill>
            <a:blip r:embed="rId3"/>
            <a:srcRect l="21159" t="55236" r="32617" b="4309"/>
            <a:stretch/>
          </p:blipFill>
          <p:spPr>
            <a:xfrm>
              <a:off x="4157280" y="0"/>
              <a:ext cx="4986360" cy="2283840"/>
            </a:xfrm>
            <a:prstGeom prst="rect">
              <a:avLst/>
            </a:prstGeom>
            <a:ln w="0">
              <a:noFill/>
            </a:ln>
          </p:spPr>
        </p:pic>
      </p:grpSp>
      <p:grpSp>
        <p:nvGrpSpPr>
          <p:cNvPr id="75" name="Google Shape;197;p17"/>
          <p:cNvGrpSpPr/>
          <p:nvPr/>
        </p:nvGrpSpPr>
        <p:grpSpPr>
          <a:xfrm>
            <a:off x="0" y="1018080"/>
            <a:ext cx="4437720" cy="4165920"/>
            <a:chOff x="0" y="1018080"/>
            <a:chExt cx="4437720" cy="4165920"/>
          </a:xfrm>
        </p:grpSpPr>
        <p:pic>
          <p:nvPicPr>
            <p:cNvPr id="76" name="Google Shape;198;p17" descr=""/>
            <p:cNvPicPr/>
            <p:nvPr/>
          </p:nvPicPr>
          <p:blipFill>
            <a:blip r:embed="rId4"/>
            <a:srcRect l="36932" t="-9160" r="19789" b="65672"/>
            <a:stretch/>
          </p:blipFill>
          <p:spPr>
            <a:xfrm>
              <a:off x="0" y="2809440"/>
              <a:ext cx="4437720" cy="2333520"/>
            </a:xfrm>
            <a:prstGeom prst="rect">
              <a:avLst/>
            </a:prstGeom>
            <a:ln w="0">
              <a:noFill/>
            </a:ln>
          </p:spPr>
        </p:pic>
        <p:pic>
          <p:nvPicPr>
            <p:cNvPr id="77" name="Google Shape;199;p17" descr=""/>
            <p:cNvPicPr/>
            <p:nvPr/>
          </p:nvPicPr>
          <p:blipFill>
            <a:blip r:embed="rId5"/>
            <a:srcRect l="-4381" t="29604" r="80498" b="5729"/>
            <a:stretch/>
          </p:blipFill>
          <p:spPr>
            <a:xfrm rot="10800000">
              <a:off x="360" y="1018080"/>
              <a:ext cx="2939040" cy="4165920"/>
            </a:xfrm>
            <a:prstGeom prst="rect">
              <a:avLst/>
            </a:prstGeom>
            <a:ln w="0">
              <a:noFill/>
            </a:ln>
          </p:spPr>
        </p:pic>
      </p:grpSp>
      <p:sp>
        <p:nvSpPr>
          <p:cNvPr id="78" name="Google Shape;200;p17"/>
          <p:cNvSpPr/>
          <p:nvPr/>
        </p:nvSpPr>
        <p:spPr>
          <a:xfrm>
            <a:off x="810720" y="-1889640"/>
            <a:ext cx="2429280" cy="2428920"/>
          </a:xfrm>
          <a:custGeom>
            <a:avLst/>
            <a:gdLst>
              <a:gd name="textAreaLeft" fmla="*/ 0 w 2429280"/>
              <a:gd name="textAreaRight" fmla="*/ 2429640 w 2429280"/>
              <a:gd name="textAreaTop" fmla="*/ 0 h 2428920"/>
              <a:gd name="textAreaBottom" fmla="*/ 2429280 h 2428920"/>
            </a:gdLst>
            <a:ah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79" name="Google Shape;201;p17"/>
          <p:cNvSpPr/>
          <p:nvPr/>
        </p:nvSpPr>
        <p:spPr>
          <a:xfrm>
            <a:off x="8360640" y="4321440"/>
            <a:ext cx="550440" cy="564480"/>
          </a:xfrm>
          <a:custGeom>
            <a:avLst/>
            <a:gdLst>
              <a:gd name="textAreaLeft" fmla="*/ 0 w 550440"/>
              <a:gd name="textAreaRight" fmla="*/ 550800 w 550440"/>
              <a:gd name="textAreaTop" fmla="*/ 0 h 564480"/>
              <a:gd name="textAreaBottom" fmla="*/ 564840 h 564480"/>
            </a:gdLst>
            <a:ah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ffffff"/>
              </a:solidFill>
              <a:latin typeface="OpenSymbol"/>
            </a:endParaRPr>
          </a:p>
        </p:txBody>
      </p:sp>
      <p:sp>
        <p:nvSpPr>
          <p:cNvPr id="80" name="PlaceHolder 1"/>
          <p:cNvSpPr>
            <a:spLocks noGrp="1"/>
          </p:cNvSpPr>
          <p:nvPr>
            <p:ph type="title"/>
          </p:nvPr>
        </p:nvSpPr>
        <p:spPr>
          <a:xfrm>
            <a:off x="713160" y="886680"/>
            <a:ext cx="4158000" cy="1936080"/>
          </a:xfrm>
          <a:prstGeom prst="rect">
            <a:avLst/>
          </a:prstGeom>
          <a:noFill/>
          <a:ln w="0">
            <a:noFill/>
          </a:ln>
        </p:spPr>
        <p:txBody>
          <a:bodyPr lIns="91440" rIns="91440" tIns="91440" bIns="91440" anchor="b">
            <a:noAutofit/>
          </a:bodyPr>
          <a:p>
            <a:pPr indent="0">
              <a:buNone/>
            </a:pPr>
            <a:r>
              <a:rPr b="0" lang="fr-FR" sz="2900" spc="-1" strike="noStrike">
                <a:solidFill>
                  <a:schemeClr val="dk1"/>
                </a:solidFill>
                <a:latin typeface="Arial"/>
              </a:rPr>
              <a:t>Click to edit the title text format</a:t>
            </a:r>
            <a:endParaRPr b="0" lang="fr-FR" sz="2900" spc="-1" strike="noStrike">
              <a:solidFill>
                <a:schemeClr val="dk1"/>
              </a:solidFill>
              <a:latin typeface="Arial"/>
            </a:endParaRPr>
          </a:p>
        </p:txBody>
      </p:sp>
      <p:sp>
        <p:nvSpPr>
          <p:cNvPr id="81" name="PlaceHolder 2"/>
          <p:cNvSpPr>
            <a:spLocks noGrp="1"/>
          </p:cNvSpPr>
          <p:nvPr>
            <p:ph type="body"/>
          </p:nvPr>
        </p:nvSpPr>
        <p:spPr>
          <a:xfrm>
            <a:off x="4944240" y="974520"/>
            <a:ext cx="3247920" cy="3193920"/>
          </a:xfrm>
          <a:prstGeom prst="rect">
            <a:avLst/>
          </a:prstGeom>
          <a:noFill/>
          <a:ln w="19080">
            <a:solidFill>
              <a:schemeClr val="lt1"/>
            </a:solidFill>
            <a:round/>
          </a:ln>
        </p:spPr>
        <p:txBody>
          <a:bodyPr lIns="90000" rIns="90000" tIns="45000" bIns="45000" anchor="t">
            <a:normAutofit fontScale="50000" lnSpcReduction="10000"/>
          </a:bodyPr>
          <a:p>
            <a:pPr marL="432000" indent="-324000">
              <a:spcBef>
                <a:spcPts val="1417"/>
              </a:spcBef>
              <a:buClr>
                <a:srgbClr val="ffffff"/>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3" r:id="rId6"/>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82" name="PlaceHolder 1"/>
          <p:cNvSpPr>
            <a:spLocks noGrp="1"/>
          </p:cNvSpPr>
          <p:nvPr>
            <p:ph type="title"/>
          </p:nvPr>
        </p:nvSpPr>
        <p:spPr>
          <a:xfrm>
            <a:off x="885600" y="1467000"/>
            <a:ext cx="2749320" cy="1041120"/>
          </a:xfrm>
          <a:prstGeom prst="rect">
            <a:avLst/>
          </a:prstGeom>
          <a:noFill/>
          <a:ln w="0">
            <a:noFill/>
          </a:ln>
        </p:spPr>
        <p:txBody>
          <a:bodyPr lIns="91440" rIns="91440" tIns="91440" bIns="91440" anchor="b">
            <a:noAutofit/>
          </a:bodyPr>
          <a:p>
            <a:pPr indent="0">
              <a:buNone/>
            </a:pPr>
            <a:r>
              <a:rPr b="0" lang="fr-FR" sz="2900" spc="-1" strike="noStrike">
                <a:solidFill>
                  <a:schemeClr val="dk1"/>
                </a:solidFill>
                <a:latin typeface="Arial"/>
              </a:rPr>
              <a:t>Click to edit the title text format</a:t>
            </a:r>
            <a:endParaRPr b="0" lang="fr-FR" sz="2900" spc="-1" strike="noStrike">
              <a:solidFill>
                <a:schemeClr val="dk1"/>
              </a:solidFill>
              <a:latin typeface="Arial"/>
            </a:endParaRPr>
          </a:p>
        </p:txBody>
      </p:sp>
      <p:grpSp>
        <p:nvGrpSpPr>
          <p:cNvPr id="83" name="Google Shape;208;p18"/>
          <p:cNvGrpSpPr/>
          <p:nvPr/>
        </p:nvGrpSpPr>
        <p:grpSpPr>
          <a:xfrm>
            <a:off x="5048640" y="0"/>
            <a:ext cx="4095360" cy="5142960"/>
            <a:chOff x="5048640" y="0"/>
            <a:chExt cx="4095360" cy="5142960"/>
          </a:xfrm>
        </p:grpSpPr>
        <p:pic>
          <p:nvPicPr>
            <p:cNvPr id="84" name="Google Shape;209;p18" descr=""/>
            <p:cNvPicPr/>
            <p:nvPr/>
          </p:nvPicPr>
          <p:blipFill>
            <a:blip r:embed="rId2"/>
            <a:srcRect l="5247" t="15708" r="79654" b="36603"/>
            <a:stretch/>
          </p:blipFill>
          <p:spPr>
            <a:xfrm>
              <a:off x="7258680" y="2024280"/>
              <a:ext cx="1885320" cy="3118680"/>
            </a:xfrm>
            <a:prstGeom prst="rect">
              <a:avLst/>
            </a:prstGeom>
            <a:ln w="0">
              <a:noFill/>
            </a:ln>
          </p:spPr>
        </p:pic>
        <p:pic>
          <p:nvPicPr>
            <p:cNvPr id="85" name="Google Shape;210;p18" descr=""/>
            <p:cNvPicPr/>
            <p:nvPr/>
          </p:nvPicPr>
          <p:blipFill>
            <a:blip r:embed="rId3"/>
            <a:srcRect l="27260" t="65593" r="34778" b="2257"/>
            <a:stretch/>
          </p:blipFill>
          <p:spPr>
            <a:xfrm>
              <a:off x="5048640" y="0"/>
              <a:ext cx="4095000" cy="1814400"/>
            </a:xfrm>
            <a:prstGeom prst="rect">
              <a:avLst/>
            </a:prstGeom>
            <a:ln w="0">
              <a:noFill/>
            </a:ln>
          </p:spPr>
        </p:pic>
      </p:grpSp>
      <p:grpSp>
        <p:nvGrpSpPr>
          <p:cNvPr id="86" name="Google Shape;211;p18"/>
          <p:cNvGrpSpPr/>
          <p:nvPr/>
        </p:nvGrpSpPr>
        <p:grpSpPr>
          <a:xfrm>
            <a:off x="0" y="767160"/>
            <a:ext cx="2939400" cy="4376520"/>
            <a:chOff x="0" y="767160"/>
            <a:chExt cx="2939400" cy="4376520"/>
          </a:xfrm>
        </p:grpSpPr>
        <p:pic>
          <p:nvPicPr>
            <p:cNvPr id="87" name="Google Shape;212;p18" descr=""/>
            <p:cNvPicPr/>
            <p:nvPr/>
          </p:nvPicPr>
          <p:blipFill>
            <a:blip r:embed="rId4"/>
            <a:srcRect l="54312" t="9226" r="30044" b="9238"/>
            <a:stretch/>
          </p:blipFill>
          <p:spPr>
            <a:xfrm>
              <a:off x="0" y="767160"/>
              <a:ext cx="1603080" cy="4376160"/>
            </a:xfrm>
            <a:prstGeom prst="rect">
              <a:avLst/>
            </a:prstGeom>
            <a:ln w="0">
              <a:noFill/>
            </a:ln>
          </p:spPr>
        </p:pic>
        <p:pic>
          <p:nvPicPr>
            <p:cNvPr id="88" name="Google Shape;213;p18" descr=""/>
            <p:cNvPicPr/>
            <p:nvPr/>
          </p:nvPicPr>
          <p:blipFill>
            <a:blip r:embed="rId5"/>
            <a:srcRect l="5068" t="54351" r="71049" b="-2805"/>
            <a:stretch/>
          </p:blipFill>
          <p:spPr>
            <a:xfrm rot="10800000">
              <a:off x="360" y="2022480"/>
              <a:ext cx="2939040" cy="3121200"/>
            </a:xfrm>
            <a:prstGeom prst="rect">
              <a:avLst/>
            </a:prstGeom>
            <a:ln w="0">
              <a:noFill/>
            </a:ln>
          </p:spPr>
        </p:pic>
      </p:grpSp>
      <p:grpSp>
        <p:nvGrpSpPr>
          <p:cNvPr id="89" name="Google Shape;214;p18"/>
          <p:cNvGrpSpPr/>
          <p:nvPr/>
        </p:nvGrpSpPr>
        <p:grpSpPr>
          <a:xfrm>
            <a:off x="340200" y="-538920"/>
            <a:ext cx="8484840" cy="7571880"/>
            <a:chOff x="340200" y="-538920"/>
            <a:chExt cx="8484840" cy="7571880"/>
          </a:xfrm>
        </p:grpSpPr>
        <p:sp>
          <p:nvSpPr>
            <p:cNvPr id="90" name="Google Shape;215;p18"/>
            <p:cNvSpPr/>
            <p:nvPr/>
          </p:nvSpPr>
          <p:spPr>
            <a:xfrm>
              <a:off x="340200" y="-538920"/>
              <a:ext cx="745920" cy="1305720"/>
            </a:xfrm>
            <a:custGeom>
              <a:avLst/>
              <a:gdLst>
                <a:gd name="textAreaLeft" fmla="*/ 0 w 745920"/>
                <a:gd name="textAreaRight" fmla="*/ 746280 w 745920"/>
                <a:gd name="textAreaTop" fmla="*/ 0 h 1305720"/>
                <a:gd name="textAreaBottom" fmla="*/ 1306080 h 1305720"/>
              </a:gdLst>
              <a:ah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91" name="Google Shape;216;p18"/>
            <p:cNvSpPr/>
            <p:nvPr/>
          </p:nvSpPr>
          <p:spPr>
            <a:xfrm>
              <a:off x="8274600" y="257040"/>
              <a:ext cx="550440" cy="564480"/>
            </a:xfrm>
            <a:custGeom>
              <a:avLst/>
              <a:gdLst>
                <a:gd name="textAreaLeft" fmla="*/ 0 w 550440"/>
                <a:gd name="textAreaRight" fmla="*/ 550800 w 550440"/>
                <a:gd name="textAreaTop" fmla="*/ 0 h 564480"/>
                <a:gd name="textAreaBottom" fmla="*/ 564840 h 564480"/>
              </a:gdLst>
              <a:ah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ffffff"/>
                </a:solidFill>
                <a:latin typeface="OpenSymbol"/>
              </a:endParaRPr>
            </a:p>
          </p:txBody>
        </p:sp>
        <p:sp>
          <p:nvSpPr>
            <p:cNvPr id="92" name="Google Shape;217;p18"/>
            <p:cNvSpPr/>
            <p:nvPr/>
          </p:nvSpPr>
          <p:spPr>
            <a:xfrm>
              <a:off x="3296160" y="4604040"/>
              <a:ext cx="2429280" cy="2428920"/>
            </a:xfrm>
            <a:custGeom>
              <a:avLst/>
              <a:gdLst>
                <a:gd name="textAreaLeft" fmla="*/ 0 w 2429280"/>
                <a:gd name="textAreaRight" fmla="*/ 2429640 w 2429280"/>
                <a:gd name="textAreaTop" fmla="*/ 0 h 2428920"/>
                <a:gd name="textAreaBottom" fmla="*/ 2429280 h 2428920"/>
              </a:gdLst>
              <a:ah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grpSp>
    </p:spTree>
  </p:cSld>
  <p:clrMap bg1="lt1" bg2="lt2" tx1="dk1" tx2="dk2" accent1="accent1" accent2="accent2" accent3="accent3" accent4="accent4" accent5="accent5" accent6="accent6" hlink="hlink" folHlink="folHlink"/>
  <p:sldLayoutIdLst>
    <p:sldLayoutId id="2147483665" r:id="rId6"/>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grpSp>
        <p:nvGrpSpPr>
          <p:cNvPr id="93" name="Google Shape;219;p19"/>
          <p:cNvGrpSpPr/>
          <p:nvPr/>
        </p:nvGrpSpPr>
        <p:grpSpPr>
          <a:xfrm>
            <a:off x="4157280" y="0"/>
            <a:ext cx="4986360" cy="3918600"/>
            <a:chOff x="4157280" y="0"/>
            <a:chExt cx="4986360" cy="3918600"/>
          </a:xfrm>
        </p:grpSpPr>
        <p:pic>
          <p:nvPicPr>
            <p:cNvPr id="94" name="Google Shape;220;p19" descr=""/>
            <p:cNvPicPr/>
            <p:nvPr/>
          </p:nvPicPr>
          <p:blipFill>
            <a:blip r:embed="rId2"/>
            <a:srcRect l="-6507" t="19162" r="82983" b="20920"/>
            <a:stretch/>
          </p:blipFill>
          <p:spPr>
            <a:xfrm>
              <a:off x="6204600" y="0"/>
              <a:ext cx="2939040" cy="3918600"/>
            </a:xfrm>
            <a:prstGeom prst="rect">
              <a:avLst/>
            </a:prstGeom>
            <a:ln w="0">
              <a:noFill/>
            </a:ln>
          </p:spPr>
        </p:pic>
        <p:pic>
          <p:nvPicPr>
            <p:cNvPr id="95" name="Google Shape;221;p19" descr=""/>
            <p:cNvPicPr/>
            <p:nvPr/>
          </p:nvPicPr>
          <p:blipFill>
            <a:blip r:embed="rId3"/>
            <a:srcRect l="21159" t="59539" r="32617" b="0"/>
            <a:stretch/>
          </p:blipFill>
          <p:spPr>
            <a:xfrm>
              <a:off x="4157280" y="0"/>
              <a:ext cx="4986360" cy="2283840"/>
            </a:xfrm>
            <a:prstGeom prst="rect">
              <a:avLst/>
            </a:prstGeom>
            <a:ln w="0">
              <a:noFill/>
            </a:ln>
          </p:spPr>
        </p:pic>
      </p:grpSp>
      <p:grpSp>
        <p:nvGrpSpPr>
          <p:cNvPr id="96" name="Google Shape;222;p19"/>
          <p:cNvGrpSpPr/>
          <p:nvPr/>
        </p:nvGrpSpPr>
        <p:grpSpPr>
          <a:xfrm>
            <a:off x="0" y="1018080"/>
            <a:ext cx="4437720" cy="4165920"/>
            <a:chOff x="0" y="1018080"/>
            <a:chExt cx="4437720" cy="4165920"/>
          </a:xfrm>
        </p:grpSpPr>
        <p:pic>
          <p:nvPicPr>
            <p:cNvPr id="97" name="Google Shape;223;p19" descr=""/>
            <p:cNvPicPr/>
            <p:nvPr/>
          </p:nvPicPr>
          <p:blipFill>
            <a:blip r:embed="rId4"/>
            <a:srcRect l="40967" t="-3605" r="15754" b="60117"/>
            <a:stretch/>
          </p:blipFill>
          <p:spPr>
            <a:xfrm>
              <a:off x="0" y="2809440"/>
              <a:ext cx="4437720" cy="2333520"/>
            </a:xfrm>
            <a:prstGeom prst="rect">
              <a:avLst/>
            </a:prstGeom>
            <a:ln w="0">
              <a:noFill/>
            </a:ln>
          </p:spPr>
        </p:pic>
        <p:pic>
          <p:nvPicPr>
            <p:cNvPr id="98" name="Google Shape;224;p19" descr=""/>
            <p:cNvPicPr/>
            <p:nvPr/>
          </p:nvPicPr>
          <p:blipFill>
            <a:blip r:embed="rId5"/>
            <a:srcRect l="-6060" t="19626" r="82176" b="15702"/>
            <a:stretch/>
          </p:blipFill>
          <p:spPr>
            <a:xfrm rot="10800000">
              <a:off x="360" y="1018080"/>
              <a:ext cx="2939040" cy="4165920"/>
            </a:xfrm>
            <a:prstGeom prst="rect">
              <a:avLst/>
            </a:prstGeom>
            <a:ln w="0">
              <a:noFill/>
            </a:ln>
          </p:spPr>
        </p:pic>
      </p:grpSp>
      <p:grpSp>
        <p:nvGrpSpPr>
          <p:cNvPr id="99" name="Google Shape;225;p19"/>
          <p:cNvGrpSpPr/>
          <p:nvPr/>
        </p:nvGrpSpPr>
        <p:grpSpPr>
          <a:xfrm>
            <a:off x="-490680" y="364320"/>
            <a:ext cx="9231120" cy="5092920"/>
            <a:chOff x="-490680" y="364320"/>
            <a:chExt cx="9231120" cy="5092920"/>
          </a:xfrm>
        </p:grpSpPr>
        <p:sp>
          <p:nvSpPr>
            <p:cNvPr id="100" name="Google Shape;226;p19"/>
            <p:cNvSpPr/>
            <p:nvPr/>
          </p:nvSpPr>
          <p:spPr>
            <a:xfrm>
              <a:off x="531000" y="364320"/>
              <a:ext cx="1545120" cy="350280"/>
            </a:xfrm>
            <a:custGeom>
              <a:avLst/>
              <a:gdLst>
                <a:gd name="textAreaLeft" fmla="*/ 0 w 1545120"/>
                <a:gd name="textAreaRight" fmla="*/ 1545480 w 1545120"/>
                <a:gd name="textAreaTop" fmla="*/ 0 h 350280"/>
                <a:gd name="textAreaBottom" fmla="*/ 350640 h 350280"/>
              </a:gdLst>
              <a:ah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ffffff"/>
                </a:solidFill>
                <a:latin typeface="OpenSymbol"/>
              </a:endParaRPr>
            </a:p>
          </p:txBody>
        </p:sp>
        <p:sp>
          <p:nvSpPr>
            <p:cNvPr id="101" name="Google Shape;227;p19"/>
            <p:cNvSpPr/>
            <p:nvPr/>
          </p:nvSpPr>
          <p:spPr>
            <a:xfrm>
              <a:off x="7994520" y="4151520"/>
              <a:ext cx="745920" cy="1305720"/>
            </a:xfrm>
            <a:custGeom>
              <a:avLst/>
              <a:gdLst>
                <a:gd name="textAreaLeft" fmla="*/ 0 w 745920"/>
                <a:gd name="textAreaRight" fmla="*/ 746280 w 745920"/>
                <a:gd name="textAreaTop" fmla="*/ 0 h 1305720"/>
                <a:gd name="textAreaBottom" fmla="*/ 1306080 h 1305720"/>
              </a:gdLst>
              <a:ah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02" name="Google Shape;228;p19"/>
            <p:cNvSpPr/>
            <p:nvPr/>
          </p:nvSpPr>
          <p:spPr>
            <a:xfrm>
              <a:off x="-490680" y="4377600"/>
              <a:ext cx="1021320" cy="1018080"/>
            </a:xfrm>
            <a:custGeom>
              <a:avLst/>
              <a:gdLst>
                <a:gd name="textAreaLeft" fmla="*/ 0 w 1021320"/>
                <a:gd name="textAreaRight" fmla="*/ 1021680 w 1021320"/>
                <a:gd name="textAreaTop" fmla="*/ 0 h 1018080"/>
                <a:gd name="textAreaBottom" fmla="*/ 1018440 h 1018080"/>
              </a:gdLst>
              <a:ahLst/>
              <a:rect l="textAreaLeft" t="textAreaTop" r="textAreaRight" b="textAreaBottom"/>
              <a:pathLst>
                <a:path w="52484" h="52327">
                  <a:moveTo>
                    <a:pt x="23885" y="79"/>
                  </a:moveTo>
                  <a:lnTo>
                    <a:pt x="22706" y="158"/>
                  </a:lnTo>
                  <a:lnTo>
                    <a:pt x="24435" y="16500"/>
                  </a:lnTo>
                  <a:lnTo>
                    <a:pt x="25613" y="16421"/>
                  </a:lnTo>
                  <a:lnTo>
                    <a:pt x="23885" y="79"/>
                  </a:lnTo>
                  <a:close/>
                  <a:moveTo>
                    <a:pt x="28206" y="1"/>
                  </a:moveTo>
                  <a:lnTo>
                    <a:pt x="26477" y="16343"/>
                  </a:lnTo>
                  <a:lnTo>
                    <a:pt x="27735" y="16500"/>
                  </a:lnTo>
                  <a:lnTo>
                    <a:pt x="29463" y="158"/>
                  </a:lnTo>
                  <a:lnTo>
                    <a:pt x="28206" y="1"/>
                  </a:lnTo>
                  <a:close/>
                  <a:moveTo>
                    <a:pt x="33549" y="944"/>
                  </a:moveTo>
                  <a:lnTo>
                    <a:pt x="28520" y="16657"/>
                  </a:lnTo>
                  <a:lnTo>
                    <a:pt x="29699" y="16971"/>
                  </a:lnTo>
                  <a:lnTo>
                    <a:pt x="34727" y="1336"/>
                  </a:lnTo>
                  <a:lnTo>
                    <a:pt x="33549" y="944"/>
                  </a:lnTo>
                  <a:close/>
                  <a:moveTo>
                    <a:pt x="18542" y="1101"/>
                  </a:moveTo>
                  <a:lnTo>
                    <a:pt x="17364" y="1494"/>
                  </a:lnTo>
                  <a:lnTo>
                    <a:pt x="22470" y="17207"/>
                  </a:lnTo>
                  <a:lnTo>
                    <a:pt x="23649" y="16814"/>
                  </a:lnTo>
                  <a:lnTo>
                    <a:pt x="18542" y="1101"/>
                  </a:lnTo>
                  <a:close/>
                  <a:moveTo>
                    <a:pt x="38655" y="3065"/>
                  </a:moveTo>
                  <a:lnTo>
                    <a:pt x="30406" y="17286"/>
                  </a:lnTo>
                  <a:lnTo>
                    <a:pt x="31506" y="17914"/>
                  </a:lnTo>
                  <a:lnTo>
                    <a:pt x="39755" y="3693"/>
                  </a:lnTo>
                  <a:lnTo>
                    <a:pt x="38655" y="3065"/>
                  </a:lnTo>
                  <a:close/>
                  <a:moveTo>
                    <a:pt x="13514" y="3301"/>
                  </a:moveTo>
                  <a:lnTo>
                    <a:pt x="12414" y="3851"/>
                  </a:lnTo>
                  <a:lnTo>
                    <a:pt x="20585" y="18150"/>
                  </a:lnTo>
                  <a:lnTo>
                    <a:pt x="21685" y="17521"/>
                  </a:lnTo>
                  <a:lnTo>
                    <a:pt x="13514" y="3301"/>
                  </a:lnTo>
                  <a:close/>
                  <a:moveTo>
                    <a:pt x="43212" y="6129"/>
                  </a:moveTo>
                  <a:lnTo>
                    <a:pt x="32213" y="18386"/>
                  </a:lnTo>
                  <a:lnTo>
                    <a:pt x="33077" y="19171"/>
                  </a:lnTo>
                  <a:lnTo>
                    <a:pt x="44155" y="6993"/>
                  </a:lnTo>
                  <a:lnTo>
                    <a:pt x="43212" y="6129"/>
                  </a:lnTo>
                  <a:close/>
                  <a:moveTo>
                    <a:pt x="8957" y="6443"/>
                  </a:moveTo>
                  <a:lnTo>
                    <a:pt x="8014" y="7229"/>
                  </a:lnTo>
                  <a:lnTo>
                    <a:pt x="19092" y="19486"/>
                  </a:lnTo>
                  <a:lnTo>
                    <a:pt x="20035" y="18621"/>
                  </a:lnTo>
                  <a:lnTo>
                    <a:pt x="8957" y="6443"/>
                  </a:lnTo>
                  <a:close/>
                  <a:moveTo>
                    <a:pt x="46984" y="10136"/>
                  </a:moveTo>
                  <a:lnTo>
                    <a:pt x="33706" y="19721"/>
                  </a:lnTo>
                  <a:lnTo>
                    <a:pt x="34413" y="20743"/>
                  </a:lnTo>
                  <a:lnTo>
                    <a:pt x="47769" y="11079"/>
                  </a:lnTo>
                  <a:lnTo>
                    <a:pt x="46984" y="10136"/>
                  </a:lnTo>
                  <a:close/>
                  <a:moveTo>
                    <a:pt x="5264" y="10450"/>
                  </a:moveTo>
                  <a:lnTo>
                    <a:pt x="4479" y="11393"/>
                  </a:lnTo>
                  <a:lnTo>
                    <a:pt x="17835" y="21135"/>
                  </a:lnTo>
                  <a:lnTo>
                    <a:pt x="18542" y="20114"/>
                  </a:lnTo>
                  <a:lnTo>
                    <a:pt x="5264" y="10450"/>
                  </a:lnTo>
                  <a:close/>
                  <a:moveTo>
                    <a:pt x="49891" y="14771"/>
                  </a:moveTo>
                  <a:lnTo>
                    <a:pt x="34884" y="21450"/>
                  </a:lnTo>
                  <a:lnTo>
                    <a:pt x="35356" y="22628"/>
                  </a:lnTo>
                  <a:lnTo>
                    <a:pt x="50441" y="15871"/>
                  </a:lnTo>
                  <a:lnTo>
                    <a:pt x="49891" y="14771"/>
                  </a:lnTo>
                  <a:close/>
                  <a:moveTo>
                    <a:pt x="2436" y="15164"/>
                  </a:moveTo>
                  <a:lnTo>
                    <a:pt x="1964" y="16264"/>
                  </a:lnTo>
                  <a:lnTo>
                    <a:pt x="16971" y="22942"/>
                  </a:lnTo>
                  <a:lnTo>
                    <a:pt x="17442" y="21843"/>
                  </a:lnTo>
                  <a:lnTo>
                    <a:pt x="2436" y="15164"/>
                  </a:lnTo>
                  <a:close/>
                  <a:moveTo>
                    <a:pt x="51776" y="19878"/>
                  </a:moveTo>
                  <a:lnTo>
                    <a:pt x="35670" y="23335"/>
                  </a:lnTo>
                  <a:lnTo>
                    <a:pt x="35906" y="24592"/>
                  </a:lnTo>
                  <a:lnTo>
                    <a:pt x="52012" y="21135"/>
                  </a:lnTo>
                  <a:lnTo>
                    <a:pt x="51776" y="19878"/>
                  </a:lnTo>
                  <a:close/>
                  <a:moveTo>
                    <a:pt x="629" y="20350"/>
                  </a:moveTo>
                  <a:lnTo>
                    <a:pt x="393" y="21528"/>
                  </a:lnTo>
                  <a:lnTo>
                    <a:pt x="16499" y="24985"/>
                  </a:lnTo>
                  <a:lnTo>
                    <a:pt x="16814" y="23728"/>
                  </a:lnTo>
                  <a:lnTo>
                    <a:pt x="629" y="20350"/>
                  </a:lnTo>
                  <a:close/>
                  <a:moveTo>
                    <a:pt x="36063" y="25300"/>
                  </a:moveTo>
                  <a:lnTo>
                    <a:pt x="36063" y="26635"/>
                  </a:lnTo>
                  <a:lnTo>
                    <a:pt x="52483" y="26635"/>
                  </a:lnTo>
                  <a:lnTo>
                    <a:pt x="52483" y="25378"/>
                  </a:lnTo>
                  <a:lnTo>
                    <a:pt x="36063" y="25300"/>
                  </a:lnTo>
                  <a:close/>
                  <a:moveTo>
                    <a:pt x="0" y="25771"/>
                  </a:moveTo>
                  <a:lnTo>
                    <a:pt x="0" y="27028"/>
                  </a:lnTo>
                  <a:lnTo>
                    <a:pt x="16421" y="27028"/>
                  </a:lnTo>
                  <a:lnTo>
                    <a:pt x="16499" y="25771"/>
                  </a:lnTo>
                  <a:close/>
                  <a:moveTo>
                    <a:pt x="35984" y="27421"/>
                  </a:moveTo>
                  <a:lnTo>
                    <a:pt x="35748" y="28599"/>
                  </a:lnTo>
                  <a:lnTo>
                    <a:pt x="51855" y="32056"/>
                  </a:lnTo>
                  <a:lnTo>
                    <a:pt x="52090" y="30799"/>
                  </a:lnTo>
                  <a:lnTo>
                    <a:pt x="35984" y="27421"/>
                  </a:lnTo>
                  <a:close/>
                  <a:moveTo>
                    <a:pt x="16578" y="27814"/>
                  </a:moveTo>
                  <a:lnTo>
                    <a:pt x="472" y="31192"/>
                  </a:lnTo>
                  <a:lnTo>
                    <a:pt x="707" y="32449"/>
                  </a:lnTo>
                  <a:lnTo>
                    <a:pt x="16814" y="28992"/>
                  </a:lnTo>
                  <a:lnTo>
                    <a:pt x="16578" y="27814"/>
                  </a:lnTo>
                  <a:close/>
                  <a:moveTo>
                    <a:pt x="35513" y="29385"/>
                  </a:moveTo>
                  <a:lnTo>
                    <a:pt x="35041" y="30485"/>
                  </a:lnTo>
                  <a:lnTo>
                    <a:pt x="50048" y="37242"/>
                  </a:lnTo>
                  <a:lnTo>
                    <a:pt x="50598" y="36063"/>
                  </a:lnTo>
                  <a:lnTo>
                    <a:pt x="35513" y="29385"/>
                  </a:lnTo>
                  <a:close/>
                  <a:moveTo>
                    <a:pt x="17128" y="29778"/>
                  </a:moveTo>
                  <a:lnTo>
                    <a:pt x="2122" y="36456"/>
                  </a:lnTo>
                  <a:lnTo>
                    <a:pt x="2593" y="37556"/>
                  </a:lnTo>
                  <a:lnTo>
                    <a:pt x="17678" y="30956"/>
                  </a:lnTo>
                  <a:lnTo>
                    <a:pt x="17128" y="29778"/>
                  </a:lnTo>
                  <a:close/>
                  <a:moveTo>
                    <a:pt x="34648" y="31271"/>
                  </a:moveTo>
                  <a:lnTo>
                    <a:pt x="33863" y="32292"/>
                  </a:lnTo>
                  <a:lnTo>
                    <a:pt x="47219" y="41956"/>
                  </a:lnTo>
                  <a:lnTo>
                    <a:pt x="47926" y="40934"/>
                  </a:lnTo>
                  <a:lnTo>
                    <a:pt x="34648" y="31271"/>
                  </a:lnTo>
                  <a:close/>
                  <a:moveTo>
                    <a:pt x="18149" y="31585"/>
                  </a:moveTo>
                  <a:lnTo>
                    <a:pt x="4714" y="41249"/>
                  </a:lnTo>
                  <a:lnTo>
                    <a:pt x="5500" y="42270"/>
                  </a:lnTo>
                  <a:lnTo>
                    <a:pt x="18778" y="32528"/>
                  </a:lnTo>
                  <a:lnTo>
                    <a:pt x="18149" y="31585"/>
                  </a:lnTo>
                  <a:close/>
                  <a:moveTo>
                    <a:pt x="33470" y="32921"/>
                  </a:moveTo>
                  <a:lnTo>
                    <a:pt x="32449" y="33706"/>
                  </a:lnTo>
                  <a:lnTo>
                    <a:pt x="43527" y="45963"/>
                  </a:lnTo>
                  <a:lnTo>
                    <a:pt x="44469" y="45099"/>
                  </a:lnTo>
                  <a:lnTo>
                    <a:pt x="33470" y="32921"/>
                  </a:lnTo>
                  <a:close/>
                  <a:moveTo>
                    <a:pt x="19406" y="33156"/>
                  </a:moveTo>
                  <a:lnTo>
                    <a:pt x="8328" y="45413"/>
                  </a:lnTo>
                  <a:lnTo>
                    <a:pt x="9271" y="46198"/>
                  </a:lnTo>
                  <a:lnTo>
                    <a:pt x="20349" y="34021"/>
                  </a:lnTo>
                  <a:lnTo>
                    <a:pt x="19406" y="33156"/>
                  </a:lnTo>
                  <a:close/>
                  <a:moveTo>
                    <a:pt x="31899" y="34256"/>
                  </a:moveTo>
                  <a:lnTo>
                    <a:pt x="30799" y="34885"/>
                  </a:lnTo>
                  <a:lnTo>
                    <a:pt x="39048" y="49105"/>
                  </a:lnTo>
                  <a:lnTo>
                    <a:pt x="40148" y="48477"/>
                  </a:lnTo>
                  <a:lnTo>
                    <a:pt x="31899" y="34256"/>
                  </a:lnTo>
                  <a:close/>
                  <a:moveTo>
                    <a:pt x="20978" y="34413"/>
                  </a:moveTo>
                  <a:lnTo>
                    <a:pt x="12728" y="48713"/>
                  </a:lnTo>
                  <a:lnTo>
                    <a:pt x="13828" y="49341"/>
                  </a:lnTo>
                  <a:lnTo>
                    <a:pt x="22078" y="35042"/>
                  </a:lnTo>
                  <a:lnTo>
                    <a:pt x="20978" y="34413"/>
                  </a:lnTo>
                  <a:close/>
                  <a:moveTo>
                    <a:pt x="30092" y="35199"/>
                  </a:moveTo>
                  <a:lnTo>
                    <a:pt x="28834" y="35592"/>
                  </a:lnTo>
                  <a:lnTo>
                    <a:pt x="33941" y="51227"/>
                  </a:lnTo>
                  <a:lnTo>
                    <a:pt x="35120" y="50834"/>
                  </a:lnTo>
                  <a:lnTo>
                    <a:pt x="30092" y="35199"/>
                  </a:lnTo>
                  <a:close/>
                  <a:moveTo>
                    <a:pt x="22863" y="35356"/>
                  </a:moveTo>
                  <a:lnTo>
                    <a:pt x="17756" y="50991"/>
                  </a:lnTo>
                  <a:lnTo>
                    <a:pt x="18935" y="51384"/>
                  </a:lnTo>
                  <a:lnTo>
                    <a:pt x="24042" y="35749"/>
                  </a:lnTo>
                  <a:lnTo>
                    <a:pt x="22863" y="35356"/>
                  </a:lnTo>
                  <a:close/>
                  <a:moveTo>
                    <a:pt x="24828" y="35828"/>
                  </a:moveTo>
                  <a:lnTo>
                    <a:pt x="23099" y="52248"/>
                  </a:lnTo>
                  <a:lnTo>
                    <a:pt x="24356" y="52327"/>
                  </a:lnTo>
                  <a:lnTo>
                    <a:pt x="26085" y="35985"/>
                  </a:lnTo>
                  <a:lnTo>
                    <a:pt x="24828" y="35828"/>
                  </a:lnTo>
                  <a:close/>
                  <a:moveTo>
                    <a:pt x="28127" y="35828"/>
                  </a:moveTo>
                  <a:lnTo>
                    <a:pt x="26870" y="35906"/>
                  </a:lnTo>
                  <a:lnTo>
                    <a:pt x="28599" y="52327"/>
                  </a:lnTo>
                  <a:lnTo>
                    <a:pt x="29856" y="52170"/>
                  </a:lnTo>
                  <a:lnTo>
                    <a:pt x="28127" y="35828"/>
                  </a:ln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103" name="PlaceHolder 1"/>
          <p:cNvSpPr>
            <a:spLocks noGrp="1"/>
          </p:cNvSpPr>
          <p:nvPr>
            <p:ph type="title"/>
          </p:nvPr>
        </p:nvSpPr>
        <p:spPr>
          <a:xfrm>
            <a:off x="5801400" y="1435680"/>
            <a:ext cx="2512080" cy="1080000"/>
          </a:xfrm>
          <a:prstGeom prst="rect">
            <a:avLst/>
          </a:prstGeom>
          <a:noFill/>
          <a:ln w="0">
            <a:noFill/>
          </a:ln>
        </p:spPr>
        <p:txBody>
          <a:bodyPr lIns="91440" rIns="91440" tIns="91440" bIns="91440" anchor="b">
            <a:noAutofit/>
          </a:bodyPr>
          <a:p>
            <a:pPr indent="0">
              <a:buNone/>
            </a:pPr>
            <a:r>
              <a:rPr b="0" lang="fr-FR" sz="2900" spc="-1" strike="noStrike">
                <a:solidFill>
                  <a:schemeClr val="dk1"/>
                </a:solidFill>
                <a:latin typeface="Arial"/>
              </a:rPr>
              <a:t>Click to edit the title text format</a:t>
            </a:r>
            <a:endParaRPr b="0" lang="fr-FR" sz="29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67" r:id="rId6"/>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grpSp>
        <p:nvGrpSpPr>
          <p:cNvPr id="104" name="Google Shape;232;p20"/>
          <p:cNvGrpSpPr/>
          <p:nvPr/>
        </p:nvGrpSpPr>
        <p:grpSpPr>
          <a:xfrm>
            <a:off x="2311200" y="2939400"/>
            <a:ext cx="6505920" cy="2203920"/>
            <a:chOff x="2311200" y="2939400"/>
            <a:chExt cx="6505920" cy="2203920"/>
          </a:xfrm>
        </p:grpSpPr>
        <p:pic>
          <p:nvPicPr>
            <p:cNvPr id="105" name="Google Shape;233;p20" descr=""/>
            <p:cNvPicPr/>
            <p:nvPr/>
          </p:nvPicPr>
          <p:blipFill>
            <a:blip r:embed="rId2"/>
            <a:srcRect l="11666" t="2624" r="57865" b="63668"/>
            <a:stretch/>
          </p:blipFill>
          <p:spPr>
            <a:xfrm>
              <a:off x="5010480" y="2939400"/>
              <a:ext cx="3806640" cy="2203920"/>
            </a:xfrm>
            <a:prstGeom prst="rect">
              <a:avLst/>
            </a:prstGeom>
            <a:ln w="0">
              <a:noFill/>
            </a:ln>
          </p:spPr>
        </p:pic>
        <p:pic>
          <p:nvPicPr>
            <p:cNvPr id="106" name="Google Shape;234;p20" descr=""/>
            <p:cNvPicPr/>
            <p:nvPr/>
          </p:nvPicPr>
          <p:blipFill>
            <a:blip r:embed="rId3"/>
            <a:srcRect l="26888" t="6006" r="26885" b="64348"/>
            <a:stretch/>
          </p:blipFill>
          <p:spPr>
            <a:xfrm>
              <a:off x="2311200" y="3470040"/>
              <a:ext cx="4986360" cy="1673280"/>
            </a:xfrm>
            <a:prstGeom prst="rect">
              <a:avLst/>
            </a:prstGeom>
            <a:ln w="0">
              <a:noFill/>
            </a:ln>
          </p:spPr>
        </p:pic>
      </p:grpSp>
      <p:grpSp>
        <p:nvGrpSpPr>
          <p:cNvPr id="107" name="Google Shape;235;p20"/>
          <p:cNvGrpSpPr/>
          <p:nvPr/>
        </p:nvGrpSpPr>
        <p:grpSpPr>
          <a:xfrm>
            <a:off x="0" y="-12960"/>
            <a:ext cx="4251240" cy="2399400"/>
            <a:chOff x="0" y="-12960"/>
            <a:chExt cx="4251240" cy="2399400"/>
          </a:xfrm>
        </p:grpSpPr>
        <p:pic>
          <p:nvPicPr>
            <p:cNvPr id="108" name="Google Shape;236;p20" descr=""/>
            <p:cNvPicPr/>
            <p:nvPr/>
          </p:nvPicPr>
          <p:blipFill>
            <a:blip r:embed="rId4"/>
            <a:srcRect l="48611" t="43133" r="25720" b="12392"/>
            <a:stretch/>
          </p:blipFill>
          <p:spPr>
            <a:xfrm>
              <a:off x="0" y="0"/>
              <a:ext cx="2631600" cy="2386440"/>
            </a:xfrm>
            <a:prstGeom prst="rect">
              <a:avLst/>
            </a:prstGeom>
            <a:ln w="0">
              <a:noFill/>
            </a:ln>
          </p:spPr>
        </p:pic>
        <p:pic>
          <p:nvPicPr>
            <p:cNvPr id="109" name="Google Shape;237;p20" descr=""/>
            <p:cNvPicPr/>
            <p:nvPr/>
          </p:nvPicPr>
          <p:blipFill>
            <a:blip r:embed="rId5"/>
            <a:srcRect l="5591" t="19463" r="59874" b="55392"/>
            <a:stretch/>
          </p:blipFill>
          <p:spPr>
            <a:xfrm rot="10800000">
              <a:off x="360" y="-12960"/>
              <a:ext cx="4250880" cy="1618920"/>
            </a:xfrm>
            <a:prstGeom prst="rect">
              <a:avLst/>
            </a:prstGeom>
            <a:ln w="0">
              <a:noFill/>
            </a:ln>
          </p:spPr>
        </p:pic>
      </p:grpSp>
      <p:sp>
        <p:nvSpPr>
          <p:cNvPr id="110"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900" spc="-1" strike="noStrike">
                <a:solidFill>
                  <a:schemeClr val="dk1"/>
                </a:solidFill>
                <a:latin typeface="Arial"/>
              </a:rPr>
              <a:t>Click to edit the title text format</a:t>
            </a:r>
            <a:endParaRPr b="0" lang="fr-FR" sz="2900" spc="-1" strike="noStrike">
              <a:solidFill>
                <a:schemeClr val="dk1"/>
              </a:solidFill>
              <a:latin typeface="Arial"/>
            </a:endParaRPr>
          </a:p>
        </p:txBody>
      </p:sp>
      <p:grpSp>
        <p:nvGrpSpPr>
          <p:cNvPr id="111" name="Google Shape;239;p20"/>
          <p:cNvGrpSpPr/>
          <p:nvPr/>
        </p:nvGrpSpPr>
        <p:grpSpPr>
          <a:xfrm>
            <a:off x="-518760" y="297720"/>
            <a:ext cx="9494280" cy="5457600"/>
            <a:chOff x="-518760" y="297720"/>
            <a:chExt cx="9494280" cy="5457600"/>
          </a:xfrm>
        </p:grpSpPr>
        <p:sp>
          <p:nvSpPr>
            <p:cNvPr id="112" name="Google Shape;240;p20"/>
            <p:cNvSpPr/>
            <p:nvPr/>
          </p:nvSpPr>
          <p:spPr>
            <a:xfrm>
              <a:off x="220320" y="4650480"/>
              <a:ext cx="1545120" cy="350280"/>
            </a:xfrm>
            <a:custGeom>
              <a:avLst/>
              <a:gdLst>
                <a:gd name="textAreaLeft" fmla="*/ 0 w 1545120"/>
                <a:gd name="textAreaRight" fmla="*/ 1545480 w 1545120"/>
                <a:gd name="textAreaTop" fmla="*/ 0 h 350280"/>
                <a:gd name="textAreaBottom" fmla="*/ 350640 h 350280"/>
              </a:gdLst>
              <a:ah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ffffff"/>
                </a:solidFill>
                <a:latin typeface="OpenSymbol"/>
              </a:endParaRPr>
            </a:p>
          </p:txBody>
        </p:sp>
        <p:sp>
          <p:nvSpPr>
            <p:cNvPr id="113" name="Google Shape;241;p20"/>
            <p:cNvSpPr/>
            <p:nvPr/>
          </p:nvSpPr>
          <p:spPr>
            <a:xfrm>
              <a:off x="8229600" y="4449600"/>
              <a:ext cx="745920" cy="1305720"/>
            </a:xfrm>
            <a:custGeom>
              <a:avLst/>
              <a:gdLst>
                <a:gd name="textAreaLeft" fmla="*/ 0 w 745920"/>
                <a:gd name="textAreaRight" fmla="*/ 746280 w 745920"/>
                <a:gd name="textAreaTop" fmla="*/ 0 h 1305720"/>
                <a:gd name="textAreaBottom" fmla="*/ 1306080 h 1305720"/>
              </a:gdLst>
              <a:ah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14" name="Google Shape;242;p20"/>
            <p:cNvSpPr/>
            <p:nvPr/>
          </p:nvSpPr>
          <p:spPr>
            <a:xfrm>
              <a:off x="-518760" y="297720"/>
              <a:ext cx="1021320" cy="1018080"/>
            </a:xfrm>
            <a:custGeom>
              <a:avLst/>
              <a:gdLst>
                <a:gd name="textAreaLeft" fmla="*/ 0 w 1021320"/>
                <a:gd name="textAreaRight" fmla="*/ 1021680 w 1021320"/>
                <a:gd name="textAreaTop" fmla="*/ 0 h 1018080"/>
                <a:gd name="textAreaBottom" fmla="*/ 1018440 h 1018080"/>
              </a:gdLst>
              <a:ahLst/>
              <a:rect l="textAreaLeft" t="textAreaTop" r="textAreaRight" b="textAreaBottom"/>
              <a:pathLst>
                <a:path w="52484" h="52327">
                  <a:moveTo>
                    <a:pt x="23885" y="79"/>
                  </a:moveTo>
                  <a:lnTo>
                    <a:pt x="22706" y="158"/>
                  </a:lnTo>
                  <a:lnTo>
                    <a:pt x="24435" y="16500"/>
                  </a:lnTo>
                  <a:lnTo>
                    <a:pt x="25613" y="16421"/>
                  </a:lnTo>
                  <a:lnTo>
                    <a:pt x="23885" y="79"/>
                  </a:lnTo>
                  <a:close/>
                  <a:moveTo>
                    <a:pt x="28206" y="1"/>
                  </a:moveTo>
                  <a:lnTo>
                    <a:pt x="26477" y="16343"/>
                  </a:lnTo>
                  <a:lnTo>
                    <a:pt x="27735" y="16500"/>
                  </a:lnTo>
                  <a:lnTo>
                    <a:pt x="29463" y="158"/>
                  </a:lnTo>
                  <a:lnTo>
                    <a:pt x="28206" y="1"/>
                  </a:lnTo>
                  <a:close/>
                  <a:moveTo>
                    <a:pt x="33549" y="944"/>
                  </a:moveTo>
                  <a:lnTo>
                    <a:pt x="28520" y="16657"/>
                  </a:lnTo>
                  <a:lnTo>
                    <a:pt x="29699" y="16971"/>
                  </a:lnTo>
                  <a:lnTo>
                    <a:pt x="34727" y="1336"/>
                  </a:lnTo>
                  <a:lnTo>
                    <a:pt x="33549" y="944"/>
                  </a:lnTo>
                  <a:close/>
                  <a:moveTo>
                    <a:pt x="18542" y="1101"/>
                  </a:moveTo>
                  <a:lnTo>
                    <a:pt x="17364" y="1494"/>
                  </a:lnTo>
                  <a:lnTo>
                    <a:pt x="22470" y="17207"/>
                  </a:lnTo>
                  <a:lnTo>
                    <a:pt x="23649" y="16814"/>
                  </a:lnTo>
                  <a:lnTo>
                    <a:pt x="18542" y="1101"/>
                  </a:lnTo>
                  <a:close/>
                  <a:moveTo>
                    <a:pt x="38655" y="3065"/>
                  </a:moveTo>
                  <a:lnTo>
                    <a:pt x="30406" y="17286"/>
                  </a:lnTo>
                  <a:lnTo>
                    <a:pt x="31506" y="17914"/>
                  </a:lnTo>
                  <a:lnTo>
                    <a:pt x="39755" y="3693"/>
                  </a:lnTo>
                  <a:lnTo>
                    <a:pt x="38655" y="3065"/>
                  </a:lnTo>
                  <a:close/>
                  <a:moveTo>
                    <a:pt x="13514" y="3301"/>
                  </a:moveTo>
                  <a:lnTo>
                    <a:pt x="12414" y="3851"/>
                  </a:lnTo>
                  <a:lnTo>
                    <a:pt x="20585" y="18150"/>
                  </a:lnTo>
                  <a:lnTo>
                    <a:pt x="21685" y="17521"/>
                  </a:lnTo>
                  <a:lnTo>
                    <a:pt x="13514" y="3301"/>
                  </a:lnTo>
                  <a:close/>
                  <a:moveTo>
                    <a:pt x="43212" y="6129"/>
                  </a:moveTo>
                  <a:lnTo>
                    <a:pt x="32213" y="18386"/>
                  </a:lnTo>
                  <a:lnTo>
                    <a:pt x="33077" y="19171"/>
                  </a:lnTo>
                  <a:lnTo>
                    <a:pt x="44155" y="6993"/>
                  </a:lnTo>
                  <a:lnTo>
                    <a:pt x="43212" y="6129"/>
                  </a:lnTo>
                  <a:close/>
                  <a:moveTo>
                    <a:pt x="8957" y="6443"/>
                  </a:moveTo>
                  <a:lnTo>
                    <a:pt x="8014" y="7229"/>
                  </a:lnTo>
                  <a:lnTo>
                    <a:pt x="19092" y="19486"/>
                  </a:lnTo>
                  <a:lnTo>
                    <a:pt x="20035" y="18621"/>
                  </a:lnTo>
                  <a:lnTo>
                    <a:pt x="8957" y="6443"/>
                  </a:lnTo>
                  <a:close/>
                  <a:moveTo>
                    <a:pt x="46984" y="10136"/>
                  </a:moveTo>
                  <a:lnTo>
                    <a:pt x="33706" y="19721"/>
                  </a:lnTo>
                  <a:lnTo>
                    <a:pt x="34413" y="20743"/>
                  </a:lnTo>
                  <a:lnTo>
                    <a:pt x="47769" y="11079"/>
                  </a:lnTo>
                  <a:lnTo>
                    <a:pt x="46984" y="10136"/>
                  </a:lnTo>
                  <a:close/>
                  <a:moveTo>
                    <a:pt x="5264" y="10450"/>
                  </a:moveTo>
                  <a:lnTo>
                    <a:pt x="4479" y="11393"/>
                  </a:lnTo>
                  <a:lnTo>
                    <a:pt x="17835" y="21135"/>
                  </a:lnTo>
                  <a:lnTo>
                    <a:pt x="18542" y="20114"/>
                  </a:lnTo>
                  <a:lnTo>
                    <a:pt x="5264" y="10450"/>
                  </a:lnTo>
                  <a:close/>
                  <a:moveTo>
                    <a:pt x="49891" y="14771"/>
                  </a:moveTo>
                  <a:lnTo>
                    <a:pt x="34884" y="21450"/>
                  </a:lnTo>
                  <a:lnTo>
                    <a:pt x="35356" y="22628"/>
                  </a:lnTo>
                  <a:lnTo>
                    <a:pt x="50441" y="15871"/>
                  </a:lnTo>
                  <a:lnTo>
                    <a:pt x="49891" y="14771"/>
                  </a:lnTo>
                  <a:close/>
                  <a:moveTo>
                    <a:pt x="2436" y="15164"/>
                  </a:moveTo>
                  <a:lnTo>
                    <a:pt x="1964" y="16264"/>
                  </a:lnTo>
                  <a:lnTo>
                    <a:pt x="16971" y="22942"/>
                  </a:lnTo>
                  <a:lnTo>
                    <a:pt x="17442" y="21843"/>
                  </a:lnTo>
                  <a:lnTo>
                    <a:pt x="2436" y="15164"/>
                  </a:lnTo>
                  <a:close/>
                  <a:moveTo>
                    <a:pt x="51776" y="19878"/>
                  </a:moveTo>
                  <a:lnTo>
                    <a:pt x="35670" y="23335"/>
                  </a:lnTo>
                  <a:lnTo>
                    <a:pt x="35906" y="24592"/>
                  </a:lnTo>
                  <a:lnTo>
                    <a:pt x="52012" y="21135"/>
                  </a:lnTo>
                  <a:lnTo>
                    <a:pt x="51776" y="19878"/>
                  </a:lnTo>
                  <a:close/>
                  <a:moveTo>
                    <a:pt x="629" y="20350"/>
                  </a:moveTo>
                  <a:lnTo>
                    <a:pt x="393" y="21528"/>
                  </a:lnTo>
                  <a:lnTo>
                    <a:pt x="16499" y="24985"/>
                  </a:lnTo>
                  <a:lnTo>
                    <a:pt x="16814" y="23728"/>
                  </a:lnTo>
                  <a:lnTo>
                    <a:pt x="629" y="20350"/>
                  </a:lnTo>
                  <a:close/>
                  <a:moveTo>
                    <a:pt x="36063" y="25300"/>
                  </a:moveTo>
                  <a:lnTo>
                    <a:pt x="36063" y="26635"/>
                  </a:lnTo>
                  <a:lnTo>
                    <a:pt x="52483" y="26635"/>
                  </a:lnTo>
                  <a:lnTo>
                    <a:pt x="52483" y="25378"/>
                  </a:lnTo>
                  <a:lnTo>
                    <a:pt x="36063" y="25300"/>
                  </a:lnTo>
                  <a:close/>
                  <a:moveTo>
                    <a:pt x="0" y="25771"/>
                  </a:moveTo>
                  <a:lnTo>
                    <a:pt x="0" y="27028"/>
                  </a:lnTo>
                  <a:lnTo>
                    <a:pt x="16421" y="27028"/>
                  </a:lnTo>
                  <a:lnTo>
                    <a:pt x="16499" y="25771"/>
                  </a:lnTo>
                  <a:close/>
                  <a:moveTo>
                    <a:pt x="35984" y="27421"/>
                  </a:moveTo>
                  <a:lnTo>
                    <a:pt x="35748" y="28599"/>
                  </a:lnTo>
                  <a:lnTo>
                    <a:pt x="51855" y="32056"/>
                  </a:lnTo>
                  <a:lnTo>
                    <a:pt x="52090" y="30799"/>
                  </a:lnTo>
                  <a:lnTo>
                    <a:pt x="35984" y="27421"/>
                  </a:lnTo>
                  <a:close/>
                  <a:moveTo>
                    <a:pt x="16578" y="27814"/>
                  </a:moveTo>
                  <a:lnTo>
                    <a:pt x="472" y="31192"/>
                  </a:lnTo>
                  <a:lnTo>
                    <a:pt x="707" y="32449"/>
                  </a:lnTo>
                  <a:lnTo>
                    <a:pt x="16814" y="28992"/>
                  </a:lnTo>
                  <a:lnTo>
                    <a:pt x="16578" y="27814"/>
                  </a:lnTo>
                  <a:close/>
                  <a:moveTo>
                    <a:pt x="35513" y="29385"/>
                  </a:moveTo>
                  <a:lnTo>
                    <a:pt x="35041" y="30485"/>
                  </a:lnTo>
                  <a:lnTo>
                    <a:pt x="50048" y="37242"/>
                  </a:lnTo>
                  <a:lnTo>
                    <a:pt x="50598" y="36063"/>
                  </a:lnTo>
                  <a:lnTo>
                    <a:pt x="35513" y="29385"/>
                  </a:lnTo>
                  <a:close/>
                  <a:moveTo>
                    <a:pt x="17128" y="29778"/>
                  </a:moveTo>
                  <a:lnTo>
                    <a:pt x="2122" y="36456"/>
                  </a:lnTo>
                  <a:lnTo>
                    <a:pt x="2593" y="37556"/>
                  </a:lnTo>
                  <a:lnTo>
                    <a:pt x="17678" y="30956"/>
                  </a:lnTo>
                  <a:lnTo>
                    <a:pt x="17128" y="29778"/>
                  </a:lnTo>
                  <a:close/>
                  <a:moveTo>
                    <a:pt x="34648" y="31271"/>
                  </a:moveTo>
                  <a:lnTo>
                    <a:pt x="33863" y="32292"/>
                  </a:lnTo>
                  <a:lnTo>
                    <a:pt x="47219" y="41956"/>
                  </a:lnTo>
                  <a:lnTo>
                    <a:pt x="47926" y="40934"/>
                  </a:lnTo>
                  <a:lnTo>
                    <a:pt x="34648" y="31271"/>
                  </a:lnTo>
                  <a:close/>
                  <a:moveTo>
                    <a:pt x="18149" y="31585"/>
                  </a:moveTo>
                  <a:lnTo>
                    <a:pt x="4714" y="41249"/>
                  </a:lnTo>
                  <a:lnTo>
                    <a:pt x="5500" y="42270"/>
                  </a:lnTo>
                  <a:lnTo>
                    <a:pt x="18778" y="32528"/>
                  </a:lnTo>
                  <a:lnTo>
                    <a:pt x="18149" y="31585"/>
                  </a:lnTo>
                  <a:close/>
                  <a:moveTo>
                    <a:pt x="33470" y="32921"/>
                  </a:moveTo>
                  <a:lnTo>
                    <a:pt x="32449" y="33706"/>
                  </a:lnTo>
                  <a:lnTo>
                    <a:pt x="43527" y="45963"/>
                  </a:lnTo>
                  <a:lnTo>
                    <a:pt x="44469" y="45099"/>
                  </a:lnTo>
                  <a:lnTo>
                    <a:pt x="33470" y="32921"/>
                  </a:lnTo>
                  <a:close/>
                  <a:moveTo>
                    <a:pt x="19406" y="33156"/>
                  </a:moveTo>
                  <a:lnTo>
                    <a:pt x="8328" y="45413"/>
                  </a:lnTo>
                  <a:lnTo>
                    <a:pt x="9271" y="46198"/>
                  </a:lnTo>
                  <a:lnTo>
                    <a:pt x="20349" y="34021"/>
                  </a:lnTo>
                  <a:lnTo>
                    <a:pt x="19406" y="33156"/>
                  </a:lnTo>
                  <a:close/>
                  <a:moveTo>
                    <a:pt x="31899" y="34256"/>
                  </a:moveTo>
                  <a:lnTo>
                    <a:pt x="30799" y="34885"/>
                  </a:lnTo>
                  <a:lnTo>
                    <a:pt x="39048" y="49105"/>
                  </a:lnTo>
                  <a:lnTo>
                    <a:pt x="40148" y="48477"/>
                  </a:lnTo>
                  <a:lnTo>
                    <a:pt x="31899" y="34256"/>
                  </a:lnTo>
                  <a:close/>
                  <a:moveTo>
                    <a:pt x="20978" y="34413"/>
                  </a:moveTo>
                  <a:lnTo>
                    <a:pt x="12728" y="48713"/>
                  </a:lnTo>
                  <a:lnTo>
                    <a:pt x="13828" y="49341"/>
                  </a:lnTo>
                  <a:lnTo>
                    <a:pt x="22078" y="35042"/>
                  </a:lnTo>
                  <a:lnTo>
                    <a:pt x="20978" y="34413"/>
                  </a:lnTo>
                  <a:close/>
                  <a:moveTo>
                    <a:pt x="30092" y="35199"/>
                  </a:moveTo>
                  <a:lnTo>
                    <a:pt x="28834" y="35592"/>
                  </a:lnTo>
                  <a:lnTo>
                    <a:pt x="33941" y="51227"/>
                  </a:lnTo>
                  <a:lnTo>
                    <a:pt x="35120" y="50834"/>
                  </a:lnTo>
                  <a:lnTo>
                    <a:pt x="30092" y="35199"/>
                  </a:lnTo>
                  <a:close/>
                  <a:moveTo>
                    <a:pt x="22863" y="35356"/>
                  </a:moveTo>
                  <a:lnTo>
                    <a:pt x="17756" y="50991"/>
                  </a:lnTo>
                  <a:lnTo>
                    <a:pt x="18935" y="51384"/>
                  </a:lnTo>
                  <a:lnTo>
                    <a:pt x="24042" y="35749"/>
                  </a:lnTo>
                  <a:lnTo>
                    <a:pt x="22863" y="35356"/>
                  </a:lnTo>
                  <a:close/>
                  <a:moveTo>
                    <a:pt x="24828" y="35828"/>
                  </a:moveTo>
                  <a:lnTo>
                    <a:pt x="23099" y="52248"/>
                  </a:lnTo>
                  <a:lnTo>
                    <a:pt x="24356" y="52327"/>
                  </a:lnTo>
                  <a:lnTo>
                    <a:pt x="26085" y="35985"/>
                  </a:lnTo>
                  <a:lnTo>
                    <a:pt x="24828" y="35828"/>
                  </a:lnTo>
                  <a:close/>
                  <a:moveTo>
                    <a:pt x="28127" y="35828"/>
                  </a:moveTo>
                  <a:lnTo>
                    <a:pt x="26870" y="35906"/>
                  </a:lnTo>
                  <a:lnTo>
                    <a:pt x="28599" y="52327"/>
                  </a:lnTo>
                  <a:lnTo>
                    <a:pt x="29856" y="52170"/>
                  </a:lnTo>
                  <a:lnTo>
                    <a:pt x="28127" y="35828"/>
                  </a:ln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115" name="PlaceHolder 2"/>
          <p:cNvSpPr>
            <a:spLocks noGrp="1"/>
          </p:cNvSpPr>
          <p:nvPr>
            <p:ph type="body"/>
          </p:nvPr>
        </p:nvSpPr>
        <p:spPr>
          <a:xfrm>
            <a:off x="720000" y="1222200"/>
            <a:ext cx="7703640" cy="2467440"/>
          </a:xfrm>
          <a:prstGeom prst="rect">
            <a:avLst/>
          </a:prstGeom>
          <a:noFill/>
          <a:ln w="0">
            <a:noFill/>
          </a:ln>
        </p:spPr>
        <p:txBody>
          <a:bodyPr lIns="91440" rIns="91440" tIns="91440" bIns="91440" anchor="t">
            <a:noAutofit/>
          </a:bodyPr>
          <a:p>
            <a:pPr marL="432000" indent="-324000">
              <a:spcBef>
                <a:spcPts val="1417"/>
              </a:spcBef>
              <a:buClr>
                <a:srgbClr val="ffffff"/>
              </a:buClr>
              <a:buSzPct val="45000"/>
              <a:buFont typeface="Wingdings" charset="2"/>
              <a:buChar char=""/>
            </a:pPr>
            <a:r>
              <a:rPr b="0" lang="fr-FR" sz="1200" spc="-1" strike="noStrike">
                <a:solidFill>
                  <a:srgbClr val="000000"/>
                </a:solidFill>
                <a:latin typeface="Arial"/>
              </a:rPr>
              <a:t>Click to edit the outline text format</a:t>
            </a:r>
            <a:endParaRPr b="0" lang="fr-FR" sz="12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200" spc="-1" strike="noStrike">
                <a:solidFill>
                  <a:srgbClr val="000000"/>
                </a:solidFill>
                <a:latin typeface="Arial"/>
              </a:rPr>
              <a:t>Second Outline Level</a:t>
            </a:r>
            <a:endParaRPr b="0" lang="fr-FR" sz="12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200" spc="-1" strike="noStrike">
                <a:solidFill>
                  <a:srgbClr val="000000"/>
                </a:solidFill>
                <a:latin typeface="Arial"/>
              </a:rPr>
              <a:t>Third Outline Level</a:t>
            </a:r>
            <a:endParaRPr b="0" lang="fr-FR" sz="12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200" spc="-1" strike="noStrike">
                <a:solidFill>
                  <a:srgbClr val="000000"/>
                </a:solidFill>
                <a:latin typeface="Arial"/>
              </a:rPr>
              <a:t>Fourth Outline Level</a:t>
            </a:r>
            <a:endParaRPr b="0" lang="fr-FR" sz="12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1200" spc="-1" strike="noStrike">
                <a:solidFill>
                  <a:srgbClr val="000000"/>
                </a:solidFill>
                <a:latin typeface="Arial"/>
              </a:rPr>
              <a:t>Fifth Outline Level</a:t>
            </a:r>
            <a:endParaRPr b="0" lang="fr-FR" sz="12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1200" spc="-1" strike="noStrike">
                <a:solidFill>
                  <a:srgbClr val="000000"/>
                </a:solidFill>
                <a:latin typeface="Arial"/>
              </a:rPr>
              <a:t>Sixth Outline Level</a:t>
            </a:r>
            <a:endParaRPr b="0" lang="fr-FR" sz="12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1200" spc="-1" strike="noStrike">
                <a:solidFill>
                  <a:srgbClr val="000000"/>
                </a:solidFill>
                <a:latin typeface="Arial"/>
              </a:rPr>
              <a:t>Seventh Outline Level</a:t>
            </a:r>
            <a:endParaRPr b="0" lang="fr-FR" sz="12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9" r:id="rId6"/>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grpSp>
        <p:nvGrpSpPr>
          <p:cNvPr id="116" name="Google Shape;21;p3"/>
          <p:cNvGrpSpPr/>
          <p:nvPr/>
        </p:nvGrpSpPr>
        <p:grpSpPr>
          <a:xfrm>
            <a:off x="360" y="0"/>
            <a:ext cx="9143640" cy="5184000"/>
            <a:chOff x="360" y="0"/>
            <a:chExt cx="9143640" cy="5184000"/>
          </a:xfrm>
        </p:grpSpPr>
        <p:grpSp>
          <p:nvGrpSpPr>
            <p:cNvPr id="117" name="Google Shape;22;p3"/>
            <p:cNvGrpSpPr/>
            <p:nvPr/>
          </p:nvGrpSpPr>
          <p:grpSpPr>
            <a:xfrm>
              <a:off x="360" y="0"/>
              <a:ext cx="4986360" cy="3918600"/>
              <a:chOff x="360" y="0"/>
              <a:chExt cx="4986360" cy="3918600"/>
            </a:xfrm>
          </p:grpSpPr>
          <p:pic>
            <p:nvPicPr>
              <p:cNvPr id="118" name="Google Shape;23;p3" descr=""/>
              <p:cNvPicPr/>
              <p:nvPr/>
            </p:nvPicPr>
            <p:blipFill>
              <a:blip r:embed="rId2"/>
              <a:srcRect l="1389" t="26408" r="75083" b="13674"/>
              <a:stretch/>
            </p:blipFill>
            <p:spPr>
              <a:xfrm flipH="1">
                <a:off x="360" y="0"/>
                <a:ext cx="2939040" cy="3918600"/>
              </a:xfrm>
              <a:prstGeom prst="rect">
                <a:avLst/>
              </a:prstGeom>
              <a:ln w="0">
                <a:noFill/>
              </a:ln>
            </p:spPr>
          </p:pic>
          <p:pic>
            <p:nvPicPr>
              <p:cNvPr id="119" name="Google Shape;24;p3" descr=""/>
              <p:cNvPicPr/>
              <p:nvPr/>
            </p:nvPicPr>
            <p:blipFill>
              <a:blip r:embed="rId3"/>
              <a:srcRect l="21159" t="55236" r="32617" b="4309"/>
              <a:stretch/>
            </p:blipFill>
            <p:spPr>
              <a:xfrm flipH="1">
                <a:off x="360" y="0"/>
                <a:ext cx="4986360" cy="2283840"/>
              </a:xfrm>
              <a:prstGeom prst="rect">
                <a:avLst/>
              </a:prstGeom>
              <a:ln w="0">
                <a:noFill/>
              </a:ln>
            </p:spPr>
          </p:pic>
        </p:grpSp>
        <p:grpSp>
          <p:nvGrpSpPr>
            <p:cNvPr id="120" name="Google Shape;25;p3"/>
            <p:cNvGrpSpPr/>
            <p:nvPr/>
          </p:nvGrpSpPr>
          <p:grpSpPr>
            <a:xfrm>
              <a:off x="4706280" y="1018080"/>
              <a:ext cx="4437720" cy="4165920"/>
              <a:chOff x="4706280" y="1018080"/>
              <a:chExt cx="4437720" cy="4165920"/>
            </a:xfrm>
          </p:grpSpPr>
          <p:pic>
            <p:nvPicPr>
              <p:cNvPr id="121" name="Google Shape;26;p3" descr=""/>
              <p:cNvPicPr/>
              <p:nvPr/>
            </p:nvPicPr>
            <p:blipFill>
              <a:blip r:embed="rId4"/>
              <a:srcRect l="35370" t="5164" r="21351" b="51348"/>
              <a:stretch/>
            </p:blipFill>
            <p:spPr>
              <a:xfrm flipH="1">
                <a:off x="4706280" y="2809440"/>
                <a:ext cx="4437720" cy="2333520"/>
              </a:xfrm>
              <a:prstGeom prst="rect">
                <a:avLst/>
              </a:prstGeom>
              <a:ln w="0">
                <a:noFill/>
              </a:ln>
            </p:spPr>
          </p:pic>
          <p:pic>
            <p:nvPicPr>
              <p:cNvPr id="122" name="Google Shape;27;p3" descr=""/>
              <p:cNvPicPr/>
              <p:nvPr/>
            </p:nvPicPr>
            <p:blipFill>
              <a:blip r:embed="rId5"/>
              <a:srcRect l="0" t="21588" r="76117" b="13746"/>
              <a:stretch/>
            </p:blipFill>
            <p:spPr>
              <a:xfrm flipH="1" rot="10800000">
                <a:off x="6204600" y="1018080"/>
                <a:ext cx="2939040" cy="4165920"/>
              </a:xfrm>
              <a:prstGeom prst="rect">
                <a:avLst/>
              </a:prstGeom>
              <a:ln w="0">
                <a:noFill/>
              </a:ln>
            </p:spPr>
          </p:pic>
        </p:grpSp>
      </p:grpSp>
      <p:sp>
        <p:nvSpPr>
          <p:cNvPr id="123" name="PlaceHolder 1"/>
          <p:cNvSpPr>
            <a:spLocks noGrp="1"/>
          </p:cNvSpPr>
          <p:nvPr>
            <p:ph type="title"/>
          </p:nvPr>
        </p:nvSpPr>
        <p:spPr>
          <a:xfrm>
            <a:off x="1427040" y="2357640"/>
            <a:ext cx="6289920" cy="1382400"/>
          </a:xfrm>
          <a:prstGeom prst="rect">
            <a:avLst/>
          </a:prstGeom>
          <a:noFill/>
          <a:ln w="0">
            <a:noFill/>
          </a:ln>
        </p:spPr>
        <p:txBody>
          <a:bodyPr lIns="91440" rIns="91440" tIns="91440" bIns="91440" anchor="b">
            <a:noAutofit/>
          </a:bodyPr>
          <a:p>
            <a:pPr indent="0">
              <a:buNone/>
            </a:pPr>
            <a:r>
              <a:rPr b="0" lang="fr-FR" sz="4000" spc="-1" strike="noStrike">
                <a:solidFill>
                  <a:schemeClr val="dk1"/>
                </a:solidFill>
                <a:latin typeface="Arial"/>
              </a:rPr>
              <a:t>Click to edit the title text format</a:t>
            </a:r>
            <a:endParaRPr b="0" lang="fr-FR" sz="4000" spc="-1" strike="noStrike">
              <a:solidFill>
                <a:schemeClr val="dk1"/>
              </a:solidFill>
              <a:latin typeface="Arial"/>
            </a:endParaRPr>
          </a:p>
        </p:txBody>
      </p:sp>
      <p:sp>
        <p:nvSpPr>
          <p:cNvPr id="124" name="PlaceHolder 2"/>
          <p:cNvSpPr>
            <a:spLocks noGrp="1"/>
          </p:cNvSpPr>
          <p:nvPr>
            <p:ph type="title"/>
          </p:nvPr>
        </p:nvSpPr>
        <p:spPr>
          <a:xfrm>
            <a:off x="3734280" y="776160"/>
            <a:ext cx="1674720" cy="1382400"/>
          </a:xfrm>
          <a:prstGeom prst="rect">
            <a:avLst/>
          </a:prstGeom>
          <a:noFill/>
          <a:ln w="19080">
            <a:solidFill>
              <a:schemeClr val="lt1"/>
            </a:solidFill>
            <a:round/>
          </a:ln>
        </p:spPr>
        <p:txBody>
          <a:bodyPr lIns="91440" rIns="91440" tIns="91440" bIns="91440" anchor="ctr">
            <a:noAutofit/>
          </a:bodyPr>
          <a:p>
            <a:pPr indent="0" algn="ctr">
              <a:lnSpc>
                <a:spcPct val="100000"/>
              </a:lnSpc>
              <a:buNone/>
            </a:pPr>
            <a:r>
              <a:rPr b="1" lang="fr-FR" sz="6000" spc="-1" strike="noStrike">
                <a:solidFill>
                  <a:schemeClr val="lt1"/>
                </a:solidFill>
                <a:latin typeface="Unbounded"/>
                <a:ea typeface="Unbounded"/>
              </a:rPr>
              <a:t>xx%</a:t>
            </a:r>
            <a:endParaRPr b="0" lang="fr-FR" sz="6000" spc="-1" strike="noStrike">
              <a:solidFill>
                <a:schemeClr val="dk1"/>
              </a:solidFill>
              <a:latin typeface="Arial"/>
            </a:endParaRPr>
          </a:p>
        </p:txBody>
      </p:sp>
      <p:grpSp>
        <p:nvGrpSpPr>
          <p:cNvPr id="125" name="Google Shape;31;p3"/>
          <p:cNvGrpSpPr/>
          <p:nvPr/>
        </p:nvGrpSpPr>
        <p:grpSpPr>
          <a:xfrm>
            <a:off x="960480" y="-478800"/>
            <a:ext cx="7745040" cy="5234040"/>
            <a:chOff x="960480" y="-478800"/>
            <a:chExt cx="7745040" cy="5234040"/>
          </a:xfrm>
        </p:grpSpPr>
        <p:sp>
          <p:nvSpPr>
            <p:cNvPr id="126" name="Google Shape;32;p3"/>
            <p:cNvSpPr/>
            <p:nvPr/>
          </p:nvSpPr>
          <p:spPr>
            <a:xfrm flipH="1">
              <a:off x="7907040" y="-321120"/>
              <a:ext cx="745920" cy="1305720"/>
            </a:xfrm>
            <a:custGeom>
              <a:avLst/>
              <a:gdLst>
                <a:gd name="textAreaLeft" fmla="*/ 360 w 745920"/>
                <a:gd name="textAreaRight" fmla="*/ 746640 w 745920"/>
                <a:gd name="textAreaTop" fmla="*/ 0 h 1305720"/>
                <a:gd name="textAreaBottom" fmla="*/ 1306080 h 1305720"/>
              </a:gdLst>
              <a:ah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27" name="Google Shape;33;p3"/>
            <p:cNvSpPr/>
            <p:nvPr/>
          </p:nvSpPr>
          <p:spPr>
            <a:xfrm flipH="1">
              <a:off x="960120" y="-478800"/>
              <a:ext cx="1021320" cy="1018080"/>
            </a:xfrm>
            <a:custGeom>
              <a:avLst/>
              <a:gdLst>
                <a:gd name="textAreaLeft" fmla="*/ -360 w 1021320"/>
                <a:gd name="textAreaRight" fmla="*/ 1021320 w 1021320"/>
                <a:gd name="textAreaTop" fmla="*/ 0 h 1018080"/>
                <a:gd name="textAreaBottom" fmla="*/ 1018440 h 1018080"/>
              </a:gdLst>
              <a:ahLst/>
              <a:rect l="textAreaLeft" t="textAreaTop" r="textAreaRight" b="textAreaBottom"/>
              <a:pathLst>
                <a:path w="52484" h="52327">
                  <a:moveTo>
                    <a:pt x="23885" y="79"/>
                  </a:moveTo>
                  <a:lnTo>
                    <a:pt x="22706" y="158"/>
                  </a:lnTo>
                  <a:lnTo>
                    <a:pt x="24435" y="16500"/>
                  </a:lnTo>
                  <a:lnTo>
                    <a:pt x="25613" y="16421"/>
                  </a:lnTo>
                  <a:lnTo>
                    <a:pt x="23885" y="79"/>
                  </a:lnTo>
                  <a:close/>
                  <a:moveTo>
                    <a:pt x="28206" y="1"/>
                  </a:moveTo>
                  <a:lnTo>
                    <a:pt x="26477" y="16343"/>
                  </a:lnTo>
                  <a:lnTo>
                    <a:pt x="27735" y="16500"/>
                  </a:lnTo>
                  <a:lnTo>
                    <a:pt x="29463" y="158"/>
                  </a:lnTo>
                  <a:lnTo>
                    <a:pt x="28206" y="1"/>
                  </a:lnTo>
                  <a:close/>
                  <a:moveTo>
                    <a:pt x="33549" y="944"/>
                  </a:moveTo>
                  <a:lnTo>
                    <a:pt x="28520" y="16657"/>
                  </a:lnTo>
                  <a:lnTo>
                    <a:pt x="29699" y="16971"/>
                  </a:lnTo>
                  <a:lnTo>
                    <a:pt x="34727" y="1336"/>
                  </a:lnTo>
                  <a:lnTo>
                    <a:pt x="33549" y="944"/>
                  </a:lnTo>
                  <a:close/>
                  <a:moveTo>
                    <a:pt x="18542" y="1101"/>
                  </a:moveTo>
                  <a:lnTo>
                    <a:pt x="17364" y="1494"/>
                  </a:lnTo>
                  <a:lnTo>
                    <a:pt x="22470" y="17207"/>
                  </a:lnTo>
                  <a:lnTo>
                    <a:pt x="23649" y="16814"/>
                  </a:lnTo>
                  <a:lnTo>
                    <a:pt x="18542" y="1101"/>
                  </a:lnTo>
                  <a:close/>
                  <a:moveTo>
                    <a:pt x="38655" y="3065"/>
                  </a:moveTo>
                  <a:lnTo>
                    <a:pt x="30406" y="17286"/>
                  </a:lnTo>
                  <a:lnTo>
                    <a:pt x="31506" y="17914"/>
                  </a:lnTo>
                  <a:lnTo>
                    <a:pt x="39755" y="3693"/>
                  </a:lnTo>
                  <a:lnTo>
                    <a:pt x="38655" y="3065"/>
                  </a:lnTo>
                  <a:close/>
                  <a:moveTo>
                    <a:pt x="13514" y="3301"/>
                  </a:moveTo>
                  <a:lnTo>
                    <a:pt x="12414" y="3851"/>
                  </a:lnTo>
                  <a:lnTo>
                    <a:pt x="20585" y="18150"/>
                  </a:lnTo>
                  <a:lnTo>
                    <a:pt x="21685" y="17521"/>
                  </a:lnTo>
                  <a:lnTo>
                    <a:pt x="13514" y="3301"/>
                  </a:lnTo>
                  <a:close/>
                  <a:moveTo>
                    <a:pt x="43212" y="6129"/>
                  </a:moveTo>
                  <a:lnTo>
                    <a:pt x="32213" y="18386"/>
                  </a:lnTo>
                  <a:lnTo>
                    <a:pt x="33077" y="19171"/>
                  </a:lnTo>
                  <a:lnTo>
                    <a:pt x="44155" y="6993"/>
                  </a:lnTo>
                  <a:lnTo>
                    <a:pt x="43212" y="6129"/>
                  </a:lnTo>
                  <a:close/>
                  <a:moveTo>
                    <a:pt x="8957" y="6443"/>
                  </a:moveTo>
                  <a:lnTo>
                    <a:pt x="8014" y="7229"/>
                  </a:lnTo>
                  <a:lnTo>
                    <a:pt x="19092" y="19486"/>
                  </a:lnTo>
                  <a:lnTo>
                    <a:pt x="20035" y="18621"/>
                  </a:lnTo>
                  <a:lnTo>
                    <a:pt x="8957" y="6443"/>
                  </a:lnTo>
                  <a:close/>
                  <a:moveTo>
                    <a:pt x="46984" y="10136"/>
                  </a:moveTo>
                  <a:lnTo>
                    <a:pt x="33706" y="19721"/>
                  </a:lnTo>
                  <a:lnTo>
                    <a:pt x="34413" y="20743"/>
                  </a:lnTo>
                  <a:lnTo>
                    <a:pt x="47769" y="11079"/>
                  </a:lnTo>
                  <a:lnTo>
                    <a:pt x="46984" y="10136"/>
                  </a:lnTo>
                  <a:close/>
                  <a:moveTo>
                    <a:pt x="5264" y="10450"/>
                  </a:moveTo>
                  <a:lnTo>
                    <a:pt x="4479" y="11393"/>
                  </a:lnTo>
                  <a:lnTo>
                    <a:pt x="17835" y="21135"/>
                  </a:lnTo>
                  <a:lnTo>
                    <a:pt x="18542" y="20114"/>
                  </a:lnTo>
                  <a:lnTo>
                    <a:pt x="5264" y="10450"/>
                  </a:lnTo>
                  <a:close/>
                  <a:moveTo>
                    <a:pt x="49891" y="14771"/>
                  </a:moveTo>
                  <a:lnTo>
                    <a:pt x="34884" y="21450"/>
                  </a:lnTo>
                  <a:lnTo>
                    <a:pt x="35356" y="22628"/>
                  </a:lnTo>
                  <a:lnTo>
                    <a:pt x="50441" y="15871"/>
                  </a:lnTo>
                  <a:lnTo>
                    <a:pt x="49891" y="14771"/>
                  </a:lnTo>
                  <a:close/>
                  <a:moveTo>
                    <a:pt x="2436" y="15164"/>
                  </a:moveTo>
                  <a:lnTo>
                    <a:pt x="1964" y="16264"/>
                  </a:lnTo>
                  <a:lnTo>
                    <a:pt x="16971" y="22942"/>
                  </a:lnTo>
                  <a:lnTo>
                    <a:pt x="17442" y="21843"/>
                  </a:lnTo>
                  <a:lnTo>
                    <a:pt x="2436" y="15164"/>
                  </a:lnTo>
                  <a:close/>
                  <a:moveTo>
                    <a:pt x="51776" y="19878"/>
                  </a:moveTo>
                  <a:lnTo>
                    <a:pt x="35670" y="23335"/>
                  </a:lnTo>
                  <a:lnTo>
                    <a:pt x="35906" y="24592"/>
                  </a:lnTo>
                  <a:lnTo>
                    <a:pt x="52012" y="21135"/>
                  </a:lnTo>
                  <a:lnTo>
                    <a:pt x="51776" y="19878"/>
                  </a:lnTo>
                  <a:close/>
                  <a:moveTo>
                    <a:pt x="629" y="20350"/>
                  </a:moveTo>
                  <a:lnTo>
                    <a:pt x="393" y="21528"/>
                  </a:lnTo>
                  <a:lnTo>
                    <a:pt x="16499" y="24985"/>
                  </a:lnTo>
                  <a:lnTo>
                    <a:pt x="16814" y="23728"/>
                  </a:lnTo>
                  <a:lnTo>
                    <a:pt x="629" y="20350"/>
                  </a:lnTo>
                  <a:close/>
                  <a:moveTo>
                    <a:pt x="36063" y="25300"/>
                  </a:moveTo>
                  <a:lnTo>
                    <a:pt x="36063" y="26635"/>
                  </a:lnTo>
                  <a:lnTo>
                    <a:pt x="52483" y="26635"/>
                  </a:lnTo>
                  <a:lnTo>
                    <a:pt x="52483" y="25378"/>
                  </a:lnTo>
                  <a:lnTo>
                    <a:pt x="36063" y="25300"/>
                  </a:lnTo>
                  <a:close/>
                  <a:moveTo>
                    <a:pt x="0" y="25771"/>
                  </a:moveTo>
                  <a:lnTo>
                    <a:pt x="0" y="27028"/>
                  </a:lnTo>
                  <a:lnTo>
                    <a:pt x="16421" y="27028"/>
                  </a:lnTo>
                  <a:lnTo>
                    <a:pt x="16499" y="25771"/>
                  </a:lnTo>
                  <a:close/>
                  <a:moveTo>
                    <a:pt x="35984" y="27421"/>
                  </a:moveTo>
                  <a:lnTo>
                    <a:pt x="35748" y="28599"/>
                  </a:lnTo>
                  <a:lnTo>
                    <a:pt x="51855" y="32056"/>
                  </a:lnTo>
                  <a:lnTo>
                    <a:pt x="52090" y="30799"/>
                  </a:lnTo>
                  <a:lnTo>
                    <a:pt x="35984" y="27421"/>
                  </a:lnTo>
                  <a:close/>
                  <a:moveTo>
                    <a:pt x="16578" y="27814"/>
                  </a:moveTo>
                  <a:lnTo>
                    <a:pt x="472" y="31192"/>
                  </a:lnTo>
                  <a:lnTo>
                    <a:pt x="707" y="32449"/>
                  </a:lnTo>
                  <a:lnTo>
                    <a:pt x="16814" y="28992"/>
                  </a:lnTo>
                  <a:lnTo>
                    <a:pt x="16578" y="27814"/>
                  </a:lnTo>
                  <a:close/>
                  <a:moveTo>
                    <a:pt x="35513" y="29385"/>
                  </a:moveTo>
                  <a:lnTo>
                    <a:pt x="35041" y="30485"/>
                  </a:lnTo>
                  <a:lnTo>
                    <a:pt x="50048" y="37242"/>
                  </a:lnTo>
                  <a:lnTo>
                    <a:pt x="50598" y="36063"/>
                  </a:lnTo>
                  <a:lnTo>
                    <a:pt x="35513" y="29385"/>
                  </a:lnTo>
                  <a:close/>
                  <a:moveTo>
                    <a:pt x="17128" y="29778"/>
                  </a:moveTo>
                  <a:lnTo>
                    <a:pt x="2122" y="36456"/>
                  </a:lnTo>
                  <a:lnTo>
                    <a:pt x="2593" y="37556"/>
                  </a:lnTo>
                  <a:lnTo>
                    <a:pt x="17678" y="30956"/>
                  </a:lnTo>
                  <a:lnTo>
                    <a:pt x="17128" y="29778"/>
                  </a:lnTo>
                  <a:close/>
                  <a:moveTo>
                    <a:pt x="34648" y="31271"/>
                  </a:moveTo>
                  <a:lnTo>
                    <a:pt x="33863" y="32292"/>
                  </a:lnTo>
                  <a:lnTo>
                    <a:pt x="47219" y="41956"/>
                  </a:lnTo>
                  <a:lnTo>
                    <a:pt x="47926" y="40934"/>
                  </a:lnTo>
                  <a:lnTo>
                    <a:pt x="34648" y="31271"/>
                  </a:lnTo>
                  <a:close/>
                  <a:moveTo>
                    <a:pt x="18149" y="31585"/>
                  </a:moveTo>
                  <a:lnTo>
                    <a:pt x="4714" y="41249"/>
                  </a:lnTo>
                  <a:lnTo>
                    <a:pt x="5500" y="42270"/>
                  </a:lnTo>
                  <a:lnTo>
                    <a:pt x="18778" y="32528"/>
                  </a:lnTo>
                  <a:lnTo>
                    <a:pt x="18149" y="31585"/>
                  </a:lnTo>
                  <a:close/>
                  <a:moveTo>
                    <a:pt x="33470" y="32921"/>
                  </a:moveTo>
                  <a:lnTo>
                    <a:pt x="32449" y="33706"/>
                  </a:lnTo>
                  <a:lnTo>
                    <a:pt x="43527" y="45963"/>
                  </a:lnTo>
                  <a:lnTo>
                    <a:pt x="44469" y="45099"/>
                  </a:lnTo>
                  <a:lnTo>
                    <a:pt x="33470" y="32921"/>
                  </a:lnTo>
                  <a:close/>
                  <a:moveTo>
                    <a:pt x="19406" y="33156"/>
                  </a:moveTo>
                  <a:lnTo>
                    <a:pt x="8328" y="45413"/>
                  </a:lnTo>
                  <a:lnTo>
                    <a:pt x="9271" y="46198"/>
                  </a:lnTo>
                  <a:lnTo>
                    <a:pt x="20349" y="34021"/>
                  </a:lnTo>
                  <a:lnTo>
                    <a:pt x="19406" y="33156"/>
                  </a:lnTo>
                  <a:close/>
                  <a:moveTo>
                    <a:pt x="31899" y="34256"/>
                  </a:moveTo>
                  <a:lnTo>
                    <a:pt x="30799" y="34885"/>
                  </a:lnTo>
                  <a:lnTo>
                    <a:pt x="39048" y="49105"/>
                  </a:lnTo>
                  <a:lnTo>
                    <a:pt x="40148" y="48477"/>
                  </a:lnTo>
                  <a:lnTo>
                    <a:pt x="31899" y="34256"/>
                  </a:lnTo>
                  <a:close/>
                  <a:moveTo>
                    <a:pt x="20978" y="34413"/>
                  </a:moveTo>
                  <a:lnTo>
                    <a:pt x="12728" y="48713"/>
                  </a:lnTo>
                  <a:lnTo>
                    <a:pt x="13828" y="49341"/>
                  </a:lnTo>
                  <a:lnTo>
                    <a:pt x="22078" y="35042"/>
                  </a:lnTo>
                  <a:lnTo>
                    <a:pt x="20978" y="34413"/>
                  </a:lnTo>
                  <a:close/>
                  <a:moveTo>
                    <a:pt x="30092" y="35199"/>
                  </a:moveTo>
                  <a:lnTo>
                    <a:pt x="28834" y="35592"/>
                  </a:lnTo>
                  <a:lnTo>
                    <a:pt x="33941" y="51227"/>
                  </a:lnTo>
                  <a:lnTo>
                    <a:pt x="35120" y="50834"/>
                  </a:lnTo>
                  <a:lnTo>
                    <a:pt x="30092" y="35199"/>
                  </a:lnTo>
                  <a:close/>
                  <a:moveTo>
                    <a:pt x="22863" y="35356"/>
                  </a:moveTo>
                  <a:lnTo>
                    <a:pt x="17756" y="50991"/>
                  </a:lnTo>
                  <a:lnTo>
                    <a:pt x="18935" y="51384"/>
                  </a:lnTo>
                  <a:lnTo>
                    <a:pt x="24042" y="35749"/>
                  </a:lnTo>
                  <a:lnTo>
                    <a:pt x="22863" y="35356"/>
                  </a:lnTo>
                  <a:close/>
                  <a:moveTo>
                    <a:pt x="24828" y="35828"/>
                  </a:moveTo>
                  <a:lnTo>
                    <a:pt x="23099" y="52248"/>
                  </a:lnTo>
                  <a:lnTo>
                    <a:pt x="24356" y="52327"/>
                  </a:lnTo>
                  <a:lnTo>
                    <a:pt x="26085" y="35985"/>
                  </a:lnTo>
                  <a:lnTo>
                    <a:pt x="24828" y="35828"/>
                  </a:lnTo>
                  <a:close/>
                  <a:moveTo>
                    <a:pt x="28127" y="35828"/>
                  </a:moveTo>
                  <a:lnTo>
                    <a:pt x="26870" y="35906"/>
                  </a:lnTo>
                  <a:lnTo>
                    <a:pt x="28599" y="52327"/>
                  </a:lnTo>
                  <a:lnTo>
                    <a:pt x="29856" y="52170"/>
                  </a:lnTo>
                  <a:lnTo>
                    <a:pt x="28127" y="35828"/>
                  </a:ln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28" name="Google Shape;34;p3"/>
            <p:cNvSpPr/>
            <p:nvPr/>
          </p:nvSpPr>
          <p:spPr>
            <a:xfrm flipH="1">
              <a:off x="8154720" y="4190760"/>
              <a:ext cx="550440" cy="564480"/>
            </a:xfrm>
            <a:custGeom>
              <a:avLst/>
              <a:gdLst>
                <a:gd name="textAreaLeft" fmla="*/ -360 w 550440"/>
                <a:gd name="textAreaRight" fmla="*/ 550440 w 550440"/>
                <a:gd name="textAreaTop" fmla="*/ 0 h 564480"/>
                <a:gd name="textAreaBottom" fmla="*/ 564840 h 564480"/>
              </a:gdLst>
              <a:ah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ffffff"/>
                </a:solidFill>
                <a:latin typeface="OpenSymbol"/>
              </a:endParaRPr>
            </a:p>
          </p:txBody>
        </p:sp>
      </p:grpSp>
      <p:sp>
        <p:nvSpPr>
          <p:cNvPr id="129"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1" r:id="rId6"/>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130"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900" spc="-1" strike="noStrike">
                <a:solidFill>
                  <a:schemeClr val="dk1"/>
                </a:solidFill>
                <a:latin typeface="Arial"/>
              </a:rPr>
              <a:t>Click to edit the title text format</a:t>
            </a:r>
            <a:endParaRPr b="0" lang="fr-FR" sz="2900" spc="-1" strike="noStrike">
              <a:solidFill>
                <a:schemeClr val="dk1"/>
              </a:solidFill>
              <a:latin typeface="Arial"/>
            </a:endParaRPr>
          </a:p>
        </p:txBody>
      </p:sp>
      <p:grpSp>
        <p:nvGrpSpPr>
          <p:cNvPr id="131" name="Google Shape;250;p21"/>
          <p:cNvGrpSpPr/>
          <p:nvPr/>
        </p:nvGrpSpPr>
        <p:grpSpPr>
          <a:xfrm>
            <a:off x="4157280" y="0"/>
            <a:ext cx="4986360" cy="3918600"/>
            <a:chOff x="4157280" y="0"/>
            <a:chExt cx="4986360" cy="3918600"/>
          </a:xfrm>
        </p:grpSpPr>
        <p:pic>
          <p:nvPicPr>
            <p:cNvPr id="132" name="Google Shape;251;p21" descr=""/>
            <p:cNvPicPr/>
            <p:nvPr/>
          </p:nvPicPr>
          <p:blipFill>
            <a:blip r:embed="rId2"/>
            <a:srcRect l="-4857" t="19162" r="81329" b="20920"/>
            <a:stretch/>
          </p:blipFill>
          <p:spPr>
            <a:xfrm>
              <a:off x="6204600" y="0"/>
              <a:ext cx="2939040" cy="3918600"/>
            </a:xfrm>
            <a:prstGeom prst="rect">
              <a:avLst/>
            </a:prstGeom>
            <a:ln w="0">
              <a:noFill/>
            </a:ln>
          </p:spPr>
        </p:pic>
        <p:pic>
          <p:nvPicPr>
            <p:cNvPr id="133" name="Google Shape;252;p21" descr=""/>
            <p:cNvPicPr/>
            <p:nvPr/>
          </p:nvPicPr>
          <p:blipFill>
            <a:blip r:embed="rId3"/>
            <a:srcRect l="21159" t="59539" r="32617" b="0"/>
            <a:stretch/>
          </p:blipFill>
          <p:spPr>
            <a:xfrm>
              <a:off x="4157280" y="0"/>
              <a:ext cx="4986360" cy="2283840"/>
            </a:xfrm>
            <a:prstGeom prst="rect">
              <a:avLst/>
            </a:prstGeom>
            <a:ln w="0">
              <a:noFill/>
            </a:ln>
          </p:spPr>
        </p:pic>
      </p:grpSp>
      <p:grpSp>
        <p:nvGrpSpPr>
          <p:cNvPr id="134" name="Google Shape;253;p21"/>
          <p:cNvGrpSpPr/>
          <p:nvPr/>
        </p:nvGrpSpPr>
        <p:grpSpPr>
          <a:xfrm>
            <a:off x="0" y="1018080"/>
            <a:ext cx="4437720" cy="4165920"/>
            <a:chOff x="0" y="1018080"/>
            <a:chExt cx="4437720" cy="4165920"/>
          </a:xfrm>
        </p:grpSpPr>
        <p:pic>
          <p:nvPicPr>
            <p:cNvPr id="135" name="Google Shape;254;p21" descr=""/>
            <p:cNvPicPr/>
            <p:nvPr/>
          </p:nvPicPr>
          <p:blipFill>
            <a:blip r:embed="rId4"/>
            <a:srcRect l="40967" t="-3605" r="15754" b="60117"/>
            <a:stretch/>
          </p:blipFill>
          <p:spPr>
            <a:xfrm>
              <a:off x="0" y="2809440"/>
              <a:ext cx="4437720" cy="2333520"/>
            </a:xfrm>
            <a:prstGeom prst="rect">
              <a:avLst/>
            </a:prstGeom>
            <a:ln w="0">
              <a:noFill/>
            </a:ln>
          </p:spPr>
        </p:pic>
        <p:pic>
          <p:nvPicPr>
            <p:cNvPr id="136" name="Google Shape;255;p21" descr=""/>
            <p:cNvPicPr/>
            <p:nvPr/>
          </p:nvPicPr>
          <p:blipFill>
            <a:blip r:embed="rId5"/>
            <a:srcRect l="-6060" t="19626" r="82176" b="15702"/>
            <a:stretch/>
          </p:blipFill>
          <p:spPr>
            <a:xfrm rot="10800000">
              <a:off x="360" y="1018080"/>
              <a:ext cx="2939040" cy="4165920"/>
            </a:xfrm>
            <a:prstGeom prst="rect">
              <a:avLst/>
            </a:prstGeom>
            <a:ln w="0">
              <a:noFill/>
            </a:ln>
          </p:spPr>
        </p:pic>
      </p:grpSp>
      <p:grpSp>
        <p:nvGrpSpPr>
          <p:cNvPr id="137" name="Google Shape;256;p21"/>
          <p:cNvGrpSpPr/>
          <p:nvPr/>
        </p:nvGrpSpPr>
        <p:grpSpPr>
          <a:xfrm>
            <a:off x="186480" y="-619560"/>
            <a:ext cx="10798200" cy="5573880"/>
            <a:chOff x="186480" y="-619560"/>
            <a:chExt cx="10798200" cy="5573880"/>
          </a:xfrm>
        </p:grpSpPr>
        <p:sp>
          <p:nvSpPr>
            <p:cNvPr id="138" name="Google Shape;257;p21"/>
            <p:cNvSpPr/>
            <p:nvPr/>
          </p:nvSpPr>
          <p:spPr>
            <a:xfrm>
              <a:off x="8555400" y="1116000"/>
              <a:ext cx="2429280" cy="2428920"/>
            </a:xfrm>
            <a:custGeom>
              <a:avLst/>
              <a:gdLst>
                <a:gd name="textAreaLeft" fmla="*/ 0 w 2429280"/>
                <a:gd name="textAreaRight" fmla="*/ 2429640 w 2429280"/>
                <a:gd name="textAreaTop" fmla="*/ 0 h 2428920"/>
                <a:gd name="textAreaBottom" fmla="*/ 2429280 h 2428920"/>
              </a:gdLst>
              <a:ah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39" name="Google Shape;258;p21"/>
            <p:cNvSpPr/>
            <p:nvPr/>
          </p:nvSpPr>
          <p:spPr>
            <a:xfrm>
              <a:off x="186480" y="4604040"/>
              <a:ext cx="1545120" cy="350280"/>
            </a:xfrm>
            <a:custGeom>
              <a:avLst/>
              <a:gdLst>
                <a:gd name="textAreaLeft" fmla="*/ 0 w 1545120"/>
                <a:gd name="textAreaRight" fmla="*/ 1545480 w 1545120"/>
                <a:gd name="textAreaTop" fmla="*/ 0 h 350280"/>
                <a:gd name="textAreaBottom" fmla="*/ 350640 h 350280"/>
              </a:gdLst>
              <a:ah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ffffff"/>
                </a:solidFill>
                <a:latin typeface="OpenSymbol"/>
              </a:endParaRPr>
            </a:p>
          </p:txBody>
        </p:sp>
        <p:sp>
          <p:nvSpPr>
            <p:cNvPr id="140" name="Google Shape;259;p21"/>
            <p:cNvSpPr/>
            <p:nvPr/>
          </p:nvSpPr>
          <p:spPr>
            <a:xfrm>
              <a:off x="186480" y="-619560"/>
              <a:ext cx="745920" cy="1305720"/>
            </a:xfrm>
            <a:custGeom>
              <a:avLst/>
              <a:gdLst>
                <a:gd name="textAreaLeft" fmla="*/ 0 w 745920"/>
                <a:gd name="textAreaRight" fmla="*/ 746280 w 745920"/>
                <a:gd name="textAreaTop" fmla="*/ 0 h 1305720"/>
                <a:gd name="textAreaBottom" fmla="*/ 1306080 h 1305720"/>
              </a:gdLst>
              <a:ah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grpSp>
    </p:spTree>
  </p:cSld>
  <p:clrMap bg1="lt1" bg2="lt2" tx1="dk1" tx2="dk2" accent1="accent1" accent2="accent2" accent3="accent3" accent4="accent4" accent5="accent5" accent6="accent6" hlink="hlink" folHlink="folHlink"/>
  <p:sldLayoutIdLst>
    <p:sldLayoutId id="2147483673" r:id="rId6"/>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grpSp>
        <p:nvGrpSpPr>
          <p:cNvPr id="141" name="Google Shape;261;p22"/>
          <p:cNvGrpSpPr/>
          <p:nvPr/>
        </p:nvGrpSpPr>
        <p:grpSpPr>
          <a:xfrm>
            <a:off x="360" y="2809440"/>
            <a:ext cx="6655680" cy="2374560"/>
            <a:chOff x="360" y="2809440"/>
            <a:chExt cx="6655680" cy="2374560"/>
          </a:xfrm>
        </p:grpSpPr>
        <p:pic>
          <p:nvPicPr>
            <p:cNvPr id="142" name="Google Shape;262;p22" descr=""/>
            <p:cNvPicPr/>
            <p:nvPr/>
          </p:nvPicPr>
          <p:blipFill>
            <a:blip r:embed="rId2"/>
            <a:srcRect l="32450" t="-4417" r="24271" b="60929"/>
            <a:stretch/>
          </p:blipFill>
          <p:spPr>
            <a:xfrm>
              <a:off x="2218320" y="2809440"/>
              <a:ext cx="4437720" cy="2333520"/>
            </a:xfrm>
            <a:prstGeom prst="rect">
              <a:avLst/>
            </a:prstGeom>
            <a:ln w="0">
              <a:noFill/>
            </a:ln>
          </p:spPr>
        </p:pic>
        <p:pic>
          <p:nvPicPr>
            <p:cNvPr id="143" name="Google Shape;263;p22" descr=""/>
            <p:cNvPicPr/>
            <p:nvPr/>
          </p:nvPicPr>
          <p:blipFill>
            <a:blip r:embed="rId3"/>
            <a:srcRect l="4227" t="58239" r="61880" b="13981"/>
            <a:stretch/>
          </p:blipFill>
          <p:spPr>
            <a:xfrm rot="10800000">
              <a:off x="360" y="3395160"/>
              <a:ext cx="4171320" cy="1788840"/>
            </a:xfrm>
            <a:prstGeom prst="rect">
              <a:avLst/>
            </a:prstGeom>
            <a:ln w="0">
              <a:noFill/>
            </a:ln>
          </p:spPr>
        </p:pic>
      </p:grpSp>
      <p:grpSp>
        <p:nvGrpSpPr>
          <p:cNvPr id="144" name="Google Shape;264;p22"/>
          <p:cNvGrpSpPr/>
          <p:nvPr/>
        </p:nvGrpSpPr>
        <p:grpSpPr>
          <a:xfrm>
            <a:off x="4985280" y="0"/>
            <a:ext cx="4171320" cy="3489840"/>
            <a:chOff x="4985280" y="0"/>
            <a:chExt cx="4171320" cy="3489840"/>
          </a:xfrm>
        </p:grpSpPr>
        <p:pic>
          <p:nvPicPr>
            <p:cNvPr id="145" name="Google Shape;265;p22" descr=""/>
            <p:cNvPicPr/>
            <p:nvPr/>
          </p:nvPicPr>
          <p:blipFill>
            <a:blip r:embed="rId4"/>
            <a:srcRect l="20951" t="31283" r="59272" b="6909"/>
            <a:stretch/>
          </p:blipFill>
          <p:spPr>
            <a:xfrm>
              <a:off x="7011360" y="0"/>
              <a:ext cx="2132280" cy="3489840"/>
            </a:xfrm>
            <a:prstGeom prst="rect">
              <a:avLst/>
            </a:prstGeom>
            <a:ln w="0">
              <a:noFill/>
            </a:ln>
          </p:spPr>
        </p:pic>
        <p:pic>
          <p:nvPicPr>
            <p:cNvPr id="146" name="Google Shape;266;p22" descr=""/>
            <p:cNvPicPr/>
            <p:nvPr/>
          </p:nvPicPr>
          <p:blipFill>
            <a:blip r:embed="rId5"/>
            <a:srcRect l="4227" t="58239" r="61880" b="13981"/>
            <a:stretch/>
          </p:blipFill>
          <p:spPr>
            <a:xfrm>
              <a:off x="4985280" y="0"/>
              <a:ext cx="4171320" cy="1788840"/>
            </a:xfrm>
            <a:prstGeom prst="rect">
              <a:avLst/>
            </a:prstGeom>
            <a:ln w="0">
              <a:noFill/>
            </a:ln>
          </p:spPr>
        </p:pic>
      </p:grpSp>
      <p:sp>
        <p:nvSpPr>
          <p:cNvPr id="147"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900" spc="-1" strike="noStrike">
                <a:solidFill>
                  <a:schemeClr val="dk1"/>
                </a:solidFill>
                <a:latin typeface="Arial"/>
              </a:rPr>
              <a:t>Click to edit the title text format</a:t>
            </a:r>
            <a:endParaRPr b="0" lang="fr-FR" sz="2900" spc="-1" strike="noStrike">
              <a:solidFill>
                <a:schemeClr val="dk1"/>
              </a:solidFill>
              <a:latin typeface="Arial"/>
            </a:endParaRPr>
          </a:p>
        </p:txBody>
      </p:sp>
      <p:grpSp>
        <p:nvGrpSpPr>
          <p:cNvPr id="148" name="Google Shape;270;p22"/>
          <p:cNvGrpSpPr/>
          <p:nvPr/>
        </p:nvGrpSpPr>
        <p:grpSpPr>
          <a:xfrm>
            <a:off x="171360" y="-716400"/>
            <a:ext cx="10778760" cy="5726880"/>
            <a:chOff x="171360" y="-716400"/>
            <a:chExt cx="10778760" cy="5726880"/>
          </a:xfrm>
        </p:grpSpPr>
        <p:sp>
          <p:nvSpPr>
            <p:cNvPr id="149" name="Google Shape;271;p22"/>
            <p:cNvSpPr/>
            <p:nvPr/>
          </p:nvSpPr>
          <p:spPr>
            <a:xfrm>
              <a:off x="8520840" y="-78120"/>
              <a:ext cx="2429280" cy="2428920"/>
            </a:xfrm>
            <a:custGeom>
              <a:avLst/>
              <a:gdLst>
                <a:gd name="textAreaLeft" fmla="*/ 0 w 2429280"/>
                <a:gd name="textAreaRight" fmla="*/ 2429640 w 2429280"/>
                <a:gd name="textAreaTop" fmla="*/ 0 h 2428920"/>
                <a:gd name="textAreaBottom" fmla="*/ 2429280 h 2428920"/>
              </a:gdLst>
              <a:ah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50" name="Google Shape;272;p22"/>
            <p:cNvSpPr/>
            <p:nvPr/>
          </p:nvSpPr>
          <p:spPr>
            <a:xfrm>
              <a:off x="3799440" y="4660200"/>
              <a:ext cx="1545120" cy="350280"/>
            </a:xfrm>
            <a:custGeom>
              <a:avLst/>
              <a:gdLst>
                <a:gd name="textAreaLeft" fmla="*/ 0 w 1545120"/>
                <a:gd name="textAreaRight" fmla="*/ 1545480 w 1545120"/>
                <a:gd name="textAreaTop" fmla="*/ 0 h 350280"/>
                <a:gd name="textAreaBottom" fmla="*/ 350640 h 350280"/>
              </a:gdLst>
              <a:ah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ffffff"/>
                </a:solidFill>
                <a:latin typeface="OpenSymbol"/>
              </a:endParaRPr>
            </a:p>
          </p:txBody>
        </p:sp>
        <p:sp>
          <p:nvSpPr>
            <p:cNvPr id="151" name="Google Shape;273;p22"/>
            <p:cNvSpPr/>
            <p:nvPr/>
          </p:nvSpPr>
          <p:spPr>
            <a:xfrm>
              <a:off x="171360" y="-716400"/>
              <a:ext cx="745920" cy="1305720"/>
            </a:xfrm>
            <a:custGeom>
              <a:avLst/>
              <a:gdLst>
                <a:gd name="textAreaLeft" fmla="*/ 0 w 745920"/>
                <a:gd name="textAreaRight" fmla="*/ 746280 w 745920"/>
                <a:gd name="textAreaTop" fmla="*/ 0 h 1305720"/>
                <a:gd name="textAreaBottom" fmla="*/ 1306080 h 1305720"/>
              </a:gdLst>
              <a:ah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grpSp>
    </p:spTree>
  </p:cSld>
  <p:clrMap bg1="lt1" bg2="lt2" tx1="dk1" tx2="dk2" accent1="accent1" accent2="accent2" accent3="accent3" accent4="accent4" accent5="accent5" accent6="accent6" hlink="hlink" folHlink="folHlink"/>
  <p:sldLayoutIdLst>
    <p:sldLayoutId id="2147483675" r:id="rId6"/>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grpSp>
        <p:nvGrpSpPr>
          <p:cNvPr id="152" name="Google Shape;275;p23"/>
          <p:cNvGrpSpPr/>
          <p:nvPr/>
        </p:nvGrpSpPr>
        <p:grpSpPr>
          <a:xfrm>
            <a:off x="360" y="0"/>
            <a:ext cx="4986360" cy="3918600"/>
            <a:chOff x="360" y="0"/>
            <a:chExt cx="4986360" cy="3918600"/>
          </a:xfrm>
        </p:grpSpPr>
        <p:pic>
          <p:nvPicPr>
            <p:cNvPr id="153" name="Google Shape;276;p23" descr=""/>
            <p:cNvPicPr/>
            <p:nvPr/>
          </p:nvPicPr>
          <p:blipFill>
            <a:blip r:embed="rId2"/>
            <a:srcRect l="1389" t="26408" r="75083" b="13674"/>
            <a:stretch/>
          </p:blipFill>
          <p:spPr>
            <a:xfrm flipH="1">
              <a:off x="360" y="0"/>
              <a:ext cx="2939040" cy="3918600"/>
            </a:xfrm>
            <a:prstGeom prst="rect">
              <a:avLst/>
            </a:prstGeom>
            <a:ln w="0">
              <a:noFill/>
            </a:ln>
          </p:spPr>
        </p:pic>
        <p:pic>
          <p:nvPicPr>
            <p:cNvPr id="154" name="Google Shape;277;p23" descr=""/>
            <p:cNvPicPr/>
            <p:nvPr/>
          </p:nvPicPr>
          <p:blipFill>
            <a:blip r:embed="rId3"/>
            <a:srcRect l="21159" t="55236" r="32617" b="4309"/>
            <a:stretch/>
          </p:blipFill>
          <p:spPr>
            <a:xfrm flipH="1">
              <a:off x="360" y="0"/>
              <a:ext cx="4986360" cy="2283840"/>
            </a:xfrm>
            <a:prstGeom prst="rect">
              <a:avLst/>
            </a:prstGeom>
            <a:ln w="0">
              <a:noFill/>
            </a:ln>
          </p:spPr>
        </p:pic>
      </p:grpSp>
      <p:grpSp>
        <p:nvGrpSpPr>
          <p:cNvPr id="155" name="Google Shape;278;p23"/>
          <p:cNvGrpSpPr/>
          <p:nvPr/>
        </p:nvGrpSpPr>
        <p:grpSpPr>
          <a:xfrm>
            <a:off x="4706280" y="1018080"/>
            <a:ext cx="4437720" cy="4165920"/>
            <a:chOff x="4706280" y="1018080"/>
            <a:chExt cx="4437720" cy="4165920"/>
          </a:xfrm>
        </p:grpSpPr>
        <p:pic>
          <p:nvPicPr>
            <p:cNvPr id="156" name="Google Shape;279;p23" descr=""/>
            <p:cNvPicPr/>
            <p:nvPr/>
          </p:nvPicPr>
          <p:blipFill>
            <a:blip r:embed="rId4"/>
            <a:srcRect l="35370" t="5164" r="21351" b="51348"/>
            <a:stretch/>
          </p:blipFill>
          <p:spPr>
            <a:xfrm flipH="1">
              <a:off x="4706280" y="2809440"/>
              <a:ext cx="4437720" cy="2333520"/>
            </a:xfrm>
            <a:prstGeom prst="rect">
              <a:avLst/>
            </a:prstGeom>
            <a:ln w="0">
              <a:noFill/>
            </a:ln>
          </p:spPr>
        </p:pic>
        <p:pic>
          <p:nvPicPr>
            <p:cNvPr id="157" name="Google Shape;280;p23" descr=""/>
            <p:cNvPicPr/>
            <p:nvPr/>
          </p:nvPicPr>
          <p:blipFill>
            <a:blip r:embed="rId5"/>
            <a:srcRect l="0" t="21588" r="76117" b="13746"/>
            <a:stretch/>
          </p:blipFill>
          <p:spPr>
            <a:xfrm flipH="1" rot="10800000">
              <a:off x="6204600" y="1018080"/>
              <a:ext cx="2939040" cy="4165920"/>
            </a:xfrm>
            <a:prstGeom prst="rect">
              <a:avLst/>
            </a:prstGeom>
            <a:ln w="0">
              <a:noFill/>
            </a:ln>
          </p:spPr>
        </p:pic>
      </p:grpSp>
      <p:sp>
        <p:nvSpPr>
          <p:cNvPr id="158"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900" spc="-1" strike="noStrike">
                <a:solidFill>
                  <a:schemeClr val="dk1"/>
                </a:solidFill>
                <a:latin typeface="Arial"/>
              </a:rPr>
              <a:t>Click to edit the title text format</a:t>
            </a:r>
            <a:endParaRPr b="0" lang="fr-FR" sz="2900" spc="-1" strike="noStrike">
              <a:solidFill>
                <a:schemeClr val="dk1"/>
              </a:solidFill>
              <a:latin typeface="Arial"/>
            </a:endParaRPr>
          </a:p>
        </p:txBody>
      </p:sp>
      <p:grpSp>
        <p:nvGrpSpPr>
          <p:cNvPr id="159" name="Google Shape;288;p23"/>
          <p:cNvGrpSpPr/>
          <p:nvPr/>
        </p:nvGrpSpPr>
        <p:grpSpPr>
          <a:xfrm>
            <a:off x="-510120" y="121680"/>
            <a:ext cx="9491400" cy="4314240"/>
            <a:chOff x="-510120" y="121680"/>
            <a:chExt cx="9491400" cy="4314240"/>
          </a:xfrm>
        </p:grpSpPr>
        <p:sp>
          <p:nvSpPr>
            <p:cNvPr id="160" name="Google Shape;289;p23"/>
            <p:cNvSpPr/>
            <p:nvPr/>
          </p:nvSpPr>
          <p:spPr>
            <a:xfrm>
              <a:off x="-510120" y="3417840"/>
              <a:ext cx="1021320" cy="1018080"/>
            </a:xfrm>
            <a:custGeom>
              <a:avLst/>
              <a:gdLst>
                <a:gd name="textAreaLeft" fmla="*/ 0 w 1021320"/>
                <a:gd name="textAreaRight" fmla="*/ 1021680 w 1021320"/>
                <a:gd name="textAreaTop" fmla="*/ 0 h 1018080"/>
                <a:gd name="textAreaBottom" fmla="*/ 1018440 h 1018080"/>
              </a:gdLst>
              <a:ahLst/>
              <a:rect l="textAreaLeft" t="textAreaTop" r="textAreaRight" b="textAreaBottom"/>
              <a:pathLst>
                <a:path w="52484" h="52327">
                  <a:moveTo>
                    <a:pt x="23885" y="79"/>
                  </a:moveTo>
                  <a:lnTo>
                    <a:pt x="22706" y="158"/>
                  </a:lnTo>
                  <a:lnTo>
                    <a:pt x="24435" y="16500"/>
                  </a:lnTo>
                  <a:lnTo>
                    <a:pt x="25613" y="16421"/>
                  </a:lnTo>
                  <a:lnTo>
                    <a:pt x="23885" y="79"/>
                  </a:lnTo>
                  <a:close/>
                  <a:moveTo>
                    <a:pt x="28206" y="1"/>
                  </a:moveTo>
                  <a:lnTo>
                    <a:pt x="26477" y="16343"/>
                  </a:lnTo>
                  <a:lnTo>
                    <a:pt x="27735" y="16500"/>
                  </a:lnTo>
                  <a:lnTo>
                    <a:pt x="29463" y="158"/>
                  </a:lnTo>
                  <a:lnTo>
                    <a:pt x="28206" y="1"/>
                  </a:lnTo>
                  <a:close/>
                  <a:moveTo>
                    <a:pt x="33549" y="944"/>
                  </a:moveTo>
                  <a:lnTo>
                    <a:pt x="28520" y="16657"/>
                  </a:lnTo>
                  <a:lnTo>
                    <a:pt x="29699" y="16971"/>
                  </a:lnTo>
                  <a:lnTo>
                    <a:pt x="34727" y="1336"/>
                  </a:lnTo>
                  <a:lnTo>
                    <a:pt x="33549" y="944"/>
                  </a:lnTo>
                  <a:close/>
                  <a:moveTo>
                    <a:pt x="18542" y="1101"/>
                  </a:moveTo>
                  <a:lnTo>
                    <a:pt x="17364" y="1494"/>
                  </a:lnTo>
                  <a:lnTo>
                    <a:pt x="22470" y="17207"/>
                  </a:lnTo>
                  <a:lnTo>
                    <a:pt x="23649" y="16814"/>
                  </a:lnTo>
                  <a:lnTo>
                    <a:pt x="18542" y="1101"/>
                  </a:lnTo>
                  <a:close/>
                  <a:moveTo>
                    <a:pt x="38655" y="3065"/>
                  </a:moveTo>
                  <a:lnTo>
                    <a:pt x="30406" y="17286"/>
                  </a:lnTo>
                  <a:lnTo>
                    <a:pt x="31506" y="17914"/>
                  </a:lnTo>
                  <a:lnTo>
                    <a:pt x="39755" y="3693"/>
                  </a:lnTo>
                  <a:lnTo>
                    <a:pt x="38655" y="3065"/>
                  </a:lnTo>
                  <a:close/>
                  <a:moveTo>
                    <a:pt x="13514" y="3301"/>
                  </a:moveTo>
                  <a:lnTo>
                    <a:pt x="12414" y="3851"/>
                  </a:lnTo>
                  <a:lnTo>
                    <a:pt x="20585" y="18150"/>
                  </a:lnTo>
                  <a:lnTo>
                    <a:pt x="21685" y="17521"/>
                  </a:lnTo>
                  <a:lnTo>
                    <a:pt x="13514" y="3301"/>
                  </a:lnTo>
                  <a:close/>
                  <a:moveTo>
                    <a:pt x="43212" y="6129"/>
                  </a:moveTo>
                  <a:lnTo>
                    <a:pt x="32213" y="18386"/>
                  </a:lnTo>
                  <a:lnTo>
                    <a:pt x="33077" y="19171"/>
                  </a:lnTo>
                  <a:lnTo>
                    <a:pt x="44155" y="6993"/>
                  </a:lnTo>
                  <a:lnTo>
                    <a:pt x="43212" y="6129"/>
                  </a:lnTo>
                  <a:close/>
                  <a:moveTo>
                    <a:pt x="8957" y="6443"/>
                  </a:moveTo>
                  <a:lnTo>
                    <a:pt x="8014" y="7229"/>
                  </a:lnTo>
                  <a:lnTo>
                    <a:pt x="19092" y="19486"/>
                  </a:lnTo>
                  <a:lnTo>
                    <a:pt x="20035" y="18621"/>
                  </a:lnTo>
                  <a:lnTo>
                    <a:pt x="8957" y="6443"/>
                  </a:lnTo>
                  <a:close/>
                  <a:moveTo>
                    <a:pt x="46984" y="10136"/>
                  </a:moveTo>
                  <a:lnTo>
                    <a:pt x="33706" y="19721"/>
                  </a:lnTo>
                  <a:lnTo>
                    <a:pt x="34413" y="20743"/>
                  </a:lnTo>
                  <a:lnTo>
                    <a:pt x="47769" y="11079"/>
                  </a:lnTo>
                  <a:lnTo>
                    <a:pt x="46984" y="10136"/>
                  </a:lnTo>
                  <a:close/>
                  <a:moveTo>
                    <a:pt x="5264" y="10450"/>
                  </a:moveTo>
                  <a:lnTo>
                    <a:pt x="4479" y="11393"/>
                  </a:lnTo>
                  <a:lnTo>
                    <a:pt x="17835" y="21135"/>
                  </a:lnTo>
                  <a:lnTo>
                    <a:pt x="18542" y="20114"/>
                  </a:lnTo>
                  <a:lnTo>
                    <a:pt x="5264" y="10450"/>
                  </a:lnTo>
                  <a:close/>
                  <a:moveTo>
                    <a:pt x="49891" y="14771"/>
                  </a:moveTo>
                  <a:lnTo>
                    <a:pt x="34884" y="21450"/>
                  </a:lnTo>
                  <a:lnTo>
                    <a:pt x="35356" y="22628"/>
                  </a:lnTo>
                  <a:lnTo>
                    <a:pt x="50441" y="15871"/>
                  </a:lnTo>
                  <a:lnTo>
                    <a:pt x="49891" y="14771"/>
                  </a:lnTo>
                  <a:close/>
                  <a:moveTo>
                    <a:pt x="2436" y="15164"/>
                  </a:moveTo>
                  <a:lnTo>
                    <a:pt x="1964" y="16264"/>
                  </a:lnTo>
                  <a:lnTo>
                    <a:pt x="16971" y="22942"/>
                  </a:lnTo>
                  <a:lnTo>
                    <a:pt x="17442" y="21843"/>
                  </a:lnTo>
                  <a:lnTo>
                    <a:pt x="2436" y="15164"/>
                  </a:lnTo>
                  <a:close/>
                  <a:moveTo>
                    <a:pt x="51776" y="19878"/>
                  </a:moveTo>
                  <a:lnTo>
                    <a:pt x="35670" y="23335"/>
                  </a:lnTo>
                  <a:lnTo>
                    <a:pt x="35906" y="24592"/>
                  </a:lnTo>
                  <a:lnTo>
                    <a:pt x="52012" y="21135"/>
                  </a:lnTo>
                  <a:lnTo>
                    <a:pt x="51776" y="19878"/>
                  </a:lnTo>
                  <a:close/>
                  <a:moveTo>
                    <a:pt x="629" y="20350"/>
                  </a:moveTo>
                  <a:lnTo>
                    <a:pt x="393" y="21528"/>
                  </a:lnTo>
                  <a:lnTo>
                    <a:pt x="16499" y="24985"/>
                  </a:lnTo>
                  <a:lnTo>
                    <a:pt x="16814" y="23728"/>
                  </a:lnTo>
                  <a:lnTo>
                    <a:pt x="629" y="20350"/>
                  </a:lnTo>
                  <a:close/>
                  <a:moveTo>
                    <a:pt x="36063" y="25300"/>
                  </a:moveTo>
                  <a:lnTo>
                    <a:pt x="36063" y="26635"/>
                  </a:lnTo>
                  <a:lnTo>
                    <a:pt x="52483" y="26635"/>
                  </a:lnTo>
                  <a:lnTo>
                    <a:pt x="52483" y="25378"/>
                  </a:lnTo>
                  <a:lnTo>
                    <a:pt x="36063" y="25300"/>
                  </a:lnTo>
                  <a:close/>
                  <a:moveTo>
                    <a:pt x="0" y="25771"/>
                  </a:moveTo>
                  <a:lnTo>
                    <a:pt x="0" y="27028"/>
                  </a:lnTo>
                  <a:lnTo>
                    <a:pt x="16421" y="27028"/>
                  </a:lnTo>
                  <a:lnTo>
                    <a:pt x="16499" y="25771"/>
                  </a:lnTo>
                  <a:close/>
                  <a:moveTo>
                    <a:pt x="35984" y="27421"/>
                  </a:moveTo>
                  <a:lnTo>
                    <a:pt x="35748" y="28599"/>
                  </a:lnTo>
                  <a:lnTo>
                    <a:pt x="51855" y="32056"/>
                  </a:lnTo>
                  <a:lnTo>
                    <a:pt x="52090" y="30799"/>
                  </a:lnTo>
                  <a:lnTo>
                    <a:pt x="35984" y="27421"/>
                  </a:lnTo>
                  <a:close/>
                  <a:moveTo>
                    <a:pt x="16578" y="27814"/>
                  </a:moveTo>
                  <a:lnTo>
                    <a:pt x="472" y="31192"/>
                  </a:lnTo>
                  <a:lnTo>
                    <a:pt x="707" y="32449"/>
                  </a:lnTo>
                  <a:lnTo>
                    <a:pt x="16814" y="28992"/>
                  </a:lnTo>
                  <a:lnTo>
                    <a:pt x="16578" y="27814"/>
                  </a:lnTo>
                  <a:close/>
                  <a:moveTo>
                    <a:pt x="35513" y="29385"/>
                  </a:moveTo>
                  <a:lnTo>
                    <a:pt x="35041" y="30485"/>
                  </a:lnTo>
                  <a:lnTo>
                    <a:pt x="50048" y="37242"/>
                  </a:lnTo>
                  <a:lnTo>
                    <a:pt x="50598" y="36063"/>
                  </a:lnTo>
                  <a:lnTo>
                    <a:pt x="35513" y="29385"/>
                  </a:lnTo>
                  <a:close/>
                  <a:moveTo>
                    <a:pt x="17128" y="29778"/>
                  </a:moveTo>
                  <a:lnTo>
                    <a:pt x="2122" y="36456"/>
                  </a:lnTo>
                  <a:lnTo>
                    <a:pt x="2593" y="37556"/>
                  </a:lnTo>
                  <a:lnTo>
                    <a:pt x="17678" y="30956"/>
                  </a:lnTo>
                  <a:lnTo>
                    <a:pt x="17128" y="29778"/>
                  </a:lnTo>
                  <a:close/>
                  <a:moveTo>
                    <a:pt x="34648" y="31271"/>
                  </a:moveTo>
                  <a:lnTo>
                    <a:pt x="33863" y="32292"/>
                  </a:lnTo>
                  <a:lnTo>
                    <a:pt x="47219" y="41956"/>
                  </a:lnTo>
                  <a:lnTo>
                    <a:pt x="47926" y="40934"/>
                  </a:lnTo>
                  <a:lnTo>
                    <a:pt x="34648" y="31271"/>
                  </a:lnTo>
                  <a:close/>
                  <a:moveTo>
                    <a:pt x="18149" y="31585"/>
                  </a:moveTo>
                  <a:lnTo>
                    <a:pt x="4714" y="41249"/>
                  </a:lnTo>
                  <a:lnTo>
                    <a:pt x="5500" y="42270"/>
                  </a:lnTo>
                  <a:lnTo>
                    <a:pt x="18778" y="32528"/>
                  </a:lnTo>
                  <a:lnTo>
                    <a:pt x="18149" y="31585"/>
                  </a:lnTo>
                  <a:close/>
                  <a:moveTo>
                    <a:pt x="33470" y="32921"/>
                  </a:moveTo>
                  <a:lnTo>
                    <a:pt x="32449" y="33706"/>
                  </a:lnTo>
                  <a:lnTo>
                    <a:pt x="43527" y="45963"/>
                  </a:lnTo>
                  <a:lnTo>
                    <a:pt x="44469" y="45099"/>
                  </a:lnTo>
                  <a:lnTo>
                    <a:pt x="33470" y="32921"/>
                  </a:lnTo>
                  <a:close/>
                  <a:moveTo>
                    <a:pt x="19406" y="33156"/>
                  </a:moveTo>
                  <a:lnTo>
                    <a:pt x="8328" y="45413"/>
                  </a:lnTo>
                  <a:lnTo>
                    <a:pt x="9271" y="46198"/>
                  </a:lnTo>
                  <a:lnTo>
                    <a:pt x="20349" y="34021"/>
                  </a:lnTo>
                  <a:lnTo>
                    <a:pt x="19406" y="33156"/>
                  </a:lnTo>
                  <a:close/>
                  <a:moveTo>
                    <a:pt x="31899" y="34256"/>
                  </a:moveTo>
                  <a:lnTo>
                    <a:pt x="30799" y="34885"/>
                  </a:lnTo>
                  <a:lnTo>
                    <a:pt x="39048" y="49105"/>
                  </a:lnTo>
                  <a:lnTo>
                    <a:pt x="40148" y="48477"/>
                  </a:lnTo>
                  <a:lnTo>
                    <a:pt x="31899" y="34256"/>
                  </a:lnTo>
                  <a:close/>
                  <a:moveTo>
                    <a:pt x="20978" y="34413"/>
                  </a:moveTo>
                  <a:lnTo>
                    <a:pt x="12728" y="48713"/>
                  </a:lnTo>
                  <a:lnTo>
                    <a:pt x="13828" y="49341"/>
                  </a:lnTo>
                  <a:lnTo>
                    <a:pt x="22078" y="35042"/>
                  </a:lnTo>
                  <a:lnTo>
                    <a:pt x="20978" y="34413"/>
                  </a:lnTo>
                  <a:close/>
                  <a:moveTo>
                    <a:pt x="30092" y="35199"/>
                  </a:moveTo>
                  <a:lnTo>
                    <a:pt x="28834" y="35592"/>
                  </a:lnTo>
                  <a:lnTo>
                    <a:pt x="33941" y="51227"/>
                  </a:lnTo>
                  <a:lnTo>
                    <a:pt x="35120" y="50834"/>
                  </a:lnTo>
                  <a:lnTo>
                    <a:pt x="30092" y="35199"/>
                  </a:lnTo>
                  <a:close/>
                  <a:moveTo>
                    <a:pt x="22863" y="35356"/>
                  </a:moveTo>
                  <a:lnTo>
                    <a:pt x="17756" y="50991"/>
                  </a:lnTo>
                  <a:lnTo>
                    <a:pt x="18935" y="51384"/>
                  </a:lnTo>
                  <a:lnTo>
                    <a:pt x="24042" y="35749"/>
                  </a:lnTo>
                  <a:lnTo>
                    <a:pt x="22863" y="35356"/>
                  </a:lnTo>
                  <a:close/>
                  <a:moveTo>
                    <a:pt x="24828" y="35828"/>
                  </a:moveTo>
                  <a:lnTo>
                    <a:pt x="23099" y="52248"/>
                  </a:lnTo>
                  <a:lnTo>
                    <a:pt x="24356" y="52327"/>
                  </a:lnTo>
                  <a:lnTo>
                    <a:pt x="26085" y="35985"/>
                  </a:lnTo>
                  <a:lnTo>
                    <a:pt x="24828" y="35828"/>
                  </a:lnTo>
                  <a:close/>
                  <a:moveTo>
                    <a:pt x="28127" y="35828"/>
                  </a:moveTo>
                  <a:lnTo>
                    <a:pt x="26870" y="35906"/>
                  </a:lnTo>
                  <a:lnTo>
                    <a:pt x="28599" y="52327"/>
                  </a:lnTo>
                  <a:lnTo>
                    <a:pt x="29856" y="52170"/>
                  </a:lnTo>
                  <a:lnTo>
                    <a:pt x="28127" y="35828"/>
                  </a:ln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61" name="Google Shape;290;p23"/>
            <p:cNvSpPr/>
            <p:nvPr/>
          </p:nvSpPr>
          <p:spPr>
            <a:xfrm>
              <a:off x="8430840" y="121680"/>
              <a:ext cx="550440" cy="564480"/>
            </a:xfrm>
            <a:custGeom>
              <a:avLst/>
              <a:gdLst>
                <a:gd name="textAreaLeft" fmla="*/ 0 w 550440"/>
                <a:gd name="textAreaRight" fmla="*/ 550800 w 550440"/>
                <a:gd name="textAreaTop" fmla="*/ 0 h 564480"/>
                <a:gd name="textAreaBottom" fmla="*/ 564840 h 564480"/>
              </a:gdLst>
              <a:ah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ffffff"/>
                </a:solidFill>
                <a:latin typeface="OpenSymbol"/>
              </a:endParaRPr>
            </a:p>
          </p:txBody>
        </p:sp>
      </p:grpSp>
    </p:spTree>
  </p:cSld>
  <p:clrMap bg1="lt1" bg2="lt2" tx1="dk1" tx2="dk2" accent1="accent1" accent2="accent2" accent3="accent3" accent4="accent4" accent5="accent5" accent6="accent6" hlink="hlink" folHlink="folHlink"/>
  <p:sldLayoutIdLst>
    <p:sldLayoutId id="2147483677" r:id="rId6"/>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grpSp>
        <p:nvGrpSpPr>
          <p:cNvPr id="162" name="Google Shape;292;p24"/>
          <p:cNvGrpSpPr/>
          <p:nvPr/>
        </p:nvGrpSpPr>
        <p:grpSpPr>
          <a:xfrm>
            <a:off x="360" y="2809440"/>
            <a:ext cx="6655680" cy="2374560"/>
            <a:chOff x="360" y="2809440"/>
            <a:chExt cx="6655680" cy="2374560"/>
          </a:xfrm>
        </p:grpSpPr>
        <p:pic>
          <p:nvPicPr>
            <p:cNvPr id="163" name="Google Shape;293;p24" descr=""/>
            <p:cNvPicPr/>
            <p:nvPr/>
          </p:nvPicPr>
          <p:blipFill>
            <a:blip r:embed="rId2"/>
            <a:srcRect l="32450" t="-4417" r="24271" b="60929"/>
            <a:stretch/>
          </p:blipFill>
          <p:spPr>
            <a:xfrm>
              <a:off x="2218320" y="2809440"/>
              <a:ext cx="4437720" cy="2333520"/>
            </a:xfrm>
            <a:prstGeom prst="rect">
              <a:avLst/>
            </a:prstGeom>
            <a:ln w="0">
              <a:noFill/>
            </a:ln>
          </p:spPr>
        </p:pic>
        <p:pic>
          <p:nvPicPr>
            <p:cNvPr id="164" name="Google Shape;294;p24" descr=""/>
            <p:cNvPicPr/>
            <p:nvPr/>
          </p:nvPicPr>
          <p:blipFill>
            <a:blip r:embed="rId3"/>
            <a:srcRect l="4227" t="58239" r="61880" b="13981"/>
            <a:stretch/>
          </p:blipFill>
          <p:spPr>
            <a:xfrm rot="10800000">
              <a:off x="360" y="3395160"/>
              <a:ext cx="4171320" cy="1788840"/>
            </a:xfrm>
            <a:prstGeom prst="rect">
              <a:avLst/>
            </a:prstGeom>
            <a:ln w="0">
              <a:noFill/>
            </a:ln>
          </p:spPr>
        </p:pic>
      </p:grpSp>
      <p:grpSp>
        <p:nvGrpSpPr>
          <p:cNvPr id="165" name="Google Shape;295;p24"/>
          <p:cNvGrpSpPr/>
          <p:nvPr/>
        </p:nvGrpSpPr>
        <p:grpSpPr>
          <a:xfrm>
            <a:off x="4985280" y="0"/>
            <a:ext cx="4171320" cy="3489840"/>
            <a:chOff x="4985280" y="0"/>
            <a:chExt cx="4171320" cy="3489840"/>
          </a:xfrm>
        </p:grpSpPr>
        <p:pic>
          <p:nvPicPr>
            <p:cNvPr id="166" name="Google Shape;296;p24" descr=""/>
            <p:cNvPicPr/>
            <p:nvPr/>
          </p:nvPicPr>
          <p:blipFill>
            <a:blip r:embed="rId4"/>
            <a:srcRect l="20951" t="31283" r="59272" b="6909"/>
            <a:stretch/>
          </p:blipFill>
          <p:spPr>
            <a:xfrm>
              <a:off x="7011360" y="0"/>
              <a:ext cx="2132280" cy="3489840"/>
            </a:xfrm>
            <a:prstGeom prst="rect">
              <a:avLst/>
            </a:prstGeom>
            <a:ln w="0">
              <a:noFill/>
            </a:ln>
          </p:spPr>
        </p:pic>
        <p:pic>
          <p:nvPicPr>
            <p:cNvPr id="167" name="Google Shape;297;p24" descr=""/>
            <p:cNvPicPr/>
            <p:nvPr/>
          </p:nvPicPr>
          <p:blipFill>
            <a:blip r:embed="rId5"/>
            <a:srcRect l="4227" t="58239" r="61880" b="13981"/>
            <a:stretch/>
          </p:blipFill>
          <p:spPr>
            <a:xfrm>
              <a:off x="4985280" y="0"/>
              <a:ext cx="4171320" cy="1788840"/>
            </a:xfrm>
            <a:prstGeom prst="rect">
              <a:avLst/>
            </a:prstGeom>
            <a:ln w="0">
              <a:noFill/>
            </a:ln>
          </p:spPr>
        </p:pic>
      </p:grpSp>
      <p:grpSp>
        <p:nvGrpSpPr>
          <p:cNvPr id="168" name="Google Shape;298;p24"/>
          <p:cNvGrpSpPr/>
          <p:nvPr/>
        </p:nvGrpSpPr>
        <p:grpSpPr>
          <a:xfrm>
            <a:off x="171360" y="-716400"/>
            <a:ext cx="10778760" cy="5726880"/>
            <a:chOff x="171360" y="-716400"/>
            <a:chExt cx="10778760" cy="5726880"/>
          </a:xfrm>
        </p:grpSpPr>
        <p:sp>
          <p:nvSpPr>
            <p:cNvPr id="169" name="Google Shape;299;p24"/>
            <p:cNvSpPr/>
            <p:nvPr/>
          </p:nvSpPr>
          <p:spPr>
            <a:xfrm>
              <a:off x="8520840" y="-78120"/>
              <a:ext cx="2429280" cy="2428920"/>
            </a:xfrm>
            <a:custGeom>
              <a:avLst/>
              <a:gdLst>
                <a:gd name="textAreaLeft" fmla="*/ 0 w 2429280"/>
                <a:gd name="textAreaRight" fmla="*/ 2429640 w 2429280"/>
                <a:gd name="textAreaTop" fmla="*/ 0 h 2428920"/>
                <a:gd name="textAreaBottom" fmla="*/ 2429280 h 2428920"/>
              </a:gdLst>
              <a:ah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70" name="Google Shape;300;p24"/>
            <p:cNvSpPr/>
            <p:nvPr/>
          </p:nvSpPr>
          <p:spPr>
            <a:xfrm>
              <a:off x="3799440" y="4660200"/>
              <a:ext cx="1545120" cy="350280"/>
            </a:xfrm>
            <a:custGeom>
              <a:avLst/>
              <a:gdLst>
                <a:gd name="textAreaLeft" fmla="*/ 0 w 1545120"/>
                <a:gd name="textAreaRight" fmla="*/ 1545480 w 1545120"/>
                <a:gd name="textAreaTop" fmla="*/ 0 h 350280"/>
                <a:gd name="textAreaBottom" fmla="*/ 350640 h 350280"/>
              </a:gdLst>
              <a:ah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ffffff"/>
                </a:solidFill>
                <a:latin typeface="OpenSymbol"/>
              </a:endParaRPr>
            </a:p>
          </p:txBody>
        </p:sp>
        <p:sp>
          <p:nvSpPr>
            <p:cNvPr id="171" name="Google Shape;301;p24"/>
            <p:cNvSpPr/>
            <p:nvPr/>
          </p:nvSpPr>
          <p:spPr>
            <a:xfrm>
              <a:off x="171360" y="-716400"/>
              <a:ext cx="745920" cy="1305720"/>
            </a:xfrm>
            <a:custGeom>
              <a:avLst/>
              <a:gdLst>
                <a:gd name="textAreaLeft" fmla="*/ 0 w 745920"/>
                <a:gd name="textAreaRight" fmla="*/ 746280 w 745920"/>
                <a:gd name="textAreaTop" fmla="*/ 0 h 1305720"/>
                <a:gd name="textAreaBottom" fmla="*/ 1306080 h 1305720"/>
              </a:gdLst>
              <a:ah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172"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900" spc="-1" strike="noStrike">
                <a:solidFill>
                  <a:schemeClr val="dk1"/>
                </a:solidFill>
                <a:latin typeface="Arial"/>
              </a:rPr>
              <a:t>Click to edit the title text format</a:t>
            </a:r>
            <a:endParaRPr b="0" lang="fr-FR" sz="29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79" r:id="rId6"/>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grpSp>
        <p:nvGrpSpPr>
          <p:cNvPr id="173" name="Google Shape;310;p25"/>
          <p:cNvGrpSpPr/>
          <p:nvPr/>
        </p:nvGrpSpPr>
        <p:grpSpPr>
          <a:xfrm>
            <a:off x="6413040" y="360"/>
            <a:ext cx="2730600" cy="5143320"/>
            <a:chOff x="6413040" y="360"/>
            <a:chExt cx="2730600" cy="5143320"/>
          </a:xfrm>
        </p:grpSpPr>
        <p:pic>
          <p:nvPicPr>
            <p:cNvPr id="174" name="Google Shape;311;p25" descr=""/>
            <p:cNvPicPr/>
            <p:nvPr/>
          </p:nvPicPr>
          <p:blipFill>
            <a:blip r:embed="rId2"/>
            <a:srcRect l="0" t="24398" r="79395" b="13379"/>
            <a:stretch/>
          </p:blipFill>
          <p:spPr>
            <a:xfrm flipH="1" rot="10800000">
              <a:off x="6569640" y="360"/>
              <a:ext cx="2574000" cy="4069080"/>
            </a:xfrm>
            <a:prstGeom prst="rect">
              <a:avLst/>
            </a:prstGeom>
            <a:ln w="0">
              <a:noFill/>
            </a:ln>
          </p:spPr>
        </p:pic>
        <p:pic>
          <p:nvPicPr>
            <p:cNvPr id="175" name="Google Shape;312;p25" descr=""/>
            <p:cNvPicPr/>
            <p:nvPr/>
          </p:nvPicPr>
          <p:blipFill>
            <a:blip r:embed="rId3"/>
            <a:srcRect l="18441" t="35658" r="56236" b="-7734"/>
            <a:stretch/>
          </p:blipFill>
          <p:spPr>
            <a:xfrm flipH="1" rot="10800000">
              <a:off x="6413040" y="1074600"/>
              <a:ext cx="2730600" cy="4069080"/>
            </a:xfrm>
            <a:prstGeom prst="rect">
              <a:avLst/>
            </a:prstGeom>
            <a:ln w="0">
              <a:noFill/>
            </a:ln>
          </p:spPr>
        </p:pic>
      </p:grpSp>
      <p:grpSp>
        <p:nvGrpSpPr>
          <p:cNvPr id="176" name="Google Shape;313;p25"/>
          <p:cNvGrpSpPr/>
          <p:nvPr/>
        </p:nvGrpSpPr>
        <p:grpSpPr>
          <a:xfrm>
            <a:off x="360" y="1018080"/>
            <a:ext cx="6411960" cy="4165920"/>
            <a:chOff x="360" y="1018080"/>
            <a:chExt cx="6411960" cy="4165920"/>
          </a:xfrm>
        </p:grpSpPr>
        <p:pic>
          <p:nvPicPr>
            <p:cNvPr id="177" name="Google Shape;314;p25" descr=""/>
            <p:cNvPicPr/>
            <p:nvPr/>
          </p:nvPicPr>
          <p:blipFill>
            <a:blip r:embed="rId4"/>
            <a:srcRect l="23950" t="-9166" r="32769" b="65678"/>
            <a:stretch/>
          </p:blipFill>
          <p:spPr>
            <a:xfrm>
              <a:off x="1974600" y="2837520"/>
              <a:ext cx="4437720" cy="2333520"/>
            </a:xfrm>
            <a:prstGeom prst="rect">
              <a:avLst/>
            </a:prstGeom>
            <a:ln w="0">
              <a:noFill/>
            </a:ln>
          </p:spPr>
        </p:pic>
        <p:pic>
          <p:nvPicPr>
            <p:cNvPr id="178" name="Google Shape;315;p25" descr=""/>
            <p:cNvPicPr/>
            <p:nvPr/>
          </p:nvPicPr>
          <p:blipFill>
            <a:blip r:embed="rId5"/>
            <a:srcRect l="-7178" t="31024" r="83294" b="4303"/>
            <a:stretch/>
          </p:blipFill>
          <p:spPr>
            <a:xfrm rot="10800000">
              <a:off x="360" y="1018080"/>
              <a:ext cx="2939040" cy="4165920"/>
            </a:xfrm>
            <a:prstGeom prst="rect">
              <a:avLst/>
            </a:prstGeom>
            <a:ln w="0">
              <a:noFill/>
            </a:ln>
          </p:spPr>
        </p:pic>
      </p:grpSp>
      <p:sp>
        <p:nvSpPr>
          <p:cNvPr id="179"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900" spc="-1" strike="noStrike">
                <a:solidFill>
                  <a:schemeClr val="dk1"/>
                </a:solidFill>
                <a:latin typeface="Arial"/>
              </a:rPr>
              <a:t>Click to edit the title text format</a:t>
            </a:r>
            <a:endParaRPr b="0" lang="fr-FR" sz="2900" spc="-1" strike="noStrike">
              <a:solidFill>
                <a:schemeClr val="dk1"/>
              </a:solidFill>
              <a:latin typeface="Arial"/>
            </a:endParaRPr>
          </a:p>
        </p:txBody>
      </p:sp>
      <p:grpSp>
        <p:nvGrpSpPr>
          <p:cNvPr id="180" name="Google Shape;325;p25"/>
          <p:cNvGrpSpPr/>
          <p:nvPr/>
        </p:nvGrpSpPr>
        <p:grpSpPr>
          <a:xfrm>
            <a:off x="-1811520" y="114120"/>
            <a:ext cx="7156080" cy="4943520"/>
            <a:chOff x="-1811520" y="114120"/>
            <a:chExt cx="7156080" cy="4943520"/>
          </a:xfrm>
        </p:grpSpPr>
        <p:sp>
          <p:nvSpPr>
            <p:cNvPr id="181" name="Google Shape;326;p25"/>
            <p:cNvSpPr/>
            <p:nvPr/>
          </p:nvSpPr>
          <p:spPr>
            <a:xfrm>
              <a:off x="3799440" y="4707360"/>
              <a:ext cx="1545120" cy="350280"/>
            </a:xfrm>
            <a:custGeom>
              <a:avLst/>
              <a:gdLst>
                <a:gd name="textAreaLeft" fmla="*/ 0 w 1545120"/>
                <a:gd name="textAreaRight" fmla="*/ 1545480 w 1545120"/>
                <a:gd name="textAreaTop" fmla="*/ 0 h 350280"/>
                <a:gd name="textAreaBottom" fmla="*/ 350640 h 350280"/>
              </a:gdLst>
              <a:ah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ffffff"/>
                </a:solidFill>
                <a:latin typeface="OpenSymbol"/>
              </a:endParaRPr>
            </a:p>
          </p:txBody>
        </p:sp>
        <p:sp>
          <p:nvSpPr>
            <p:cNvPr id="182" name="Google Shape;327;p25"/>
            <p:cNvSpPr/>
            <p:nvPr/>
          </p:nvSpPr>
          <p:spPr>
            <a:xfrm rot="5400000">
              <a:off x="-1811520" y="114120"/>
              <a:ext cx="2429280" cy="2428920"/>
            </a:xfrm>
            <a:custGeom>
              <a:avLst/>
              <a:gdLst>
                <a:gd name="textAreaLeft" fmla="*/ 0 w 2429280"/>
                <a:gd name="textAreaRight" fmla="*/ 2429640 w 2429280"/>
                <a:gd name="textAreaTop" fmla="*/ 0 h 2428920"/>
                <a:gd name="textAreaBottom" fmla="*/ 2429280 h 2428920"/>
              </a:gdLst>
              <a:ah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grpSp>
    </p:spTree>
  </p:cSld>
  <p:clrMap bg1="lt1" bg2="lt2" tx1="dk1" tx2="dk2" accent1="accent1" accent2="accent2" accent3="accent3" accent4="accent4" accent5="accent5" accent6="accent6" hlink="hlink" folHlink="folHlink"/>
  <p:sldLayoutIdLst>
    <p:sldLayoutId id="2147483681" r:id="rId6"/>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grpSp>
        <p:nvGrpSpPr>
          <p:cNvPr id="183" name="Google Shape;329;p26"/>
          <p:cNvGrpSpPr/>
          <p:nvPr/>
        </p:nvGrpSpPr>
        <p:grpSpPr>
          <a:xfrm>
            <a:off x="4157280" y="0"/>
            <a:ext cx="4986360" cy="3918600"/>
            <a:chOff x="4157280" y="0"/>
            <a:chExt cx="4986360" cy="3918600"/>
          </a:xfrm>
        </p:grpSpPr>
        <p:pic>
          <p:nvPicPr>
            <p:cNvPr id="184" name="Google Shape;330;p26" descr=""/>
            <p:cNvPicPr/>
            <p:nvPr/>
          </p:nvPicPr>
          <p:blipFill>
            <a:blip r:embed="rId2"/>
            <a:srcRect l="-2926" t="36766" r="79402" b="3316"/>
            <a:stretch/>
          </p:blipFill>
          <p:spPr>
            <a:xfrm>
              <a:off x="6204600" y="0"/>
              <a:ext cx="2939040" cy="3918600"/>
            </a:xfrm>
            <a:prstGeom prst="rect">
              <a:avLst/>
            </a:prstGeom>
            <a:ln w="0">
              <a:noFill/>
            </a:ln>
          </p:spPr>
        </p:pic>
        <p:pic>
          <p:nvPicPr>
            <p:cNvPr id="185" name="Google Shape;331;p26" descr=""/>
            <p:cNvPicPr/>
            <p:nvPr/>
          </p:nvPicPr>
          <p:blipFill>
            <a:blip r:embed="rId3"/>
            <a:srcRect l="21266" t="61537" r="32510" b="-1992"/>
            <a:stretch/>
          </p:blipFill>
          <p:spPr>
            <a:xfrm>
              <a:off x="4157280" y="0"/>
              <a:ext cx="4986360" cy="2283840"/>
            </a:xfrm>
            <a:prstGeom prst="rect">
              <a:avLst/>
            </a:prstGeom>
            <a:ln w="0">
              <a:noFill/>
            </a:ln>
          </p:spPr>
        </p:pic>
      </p:grpSp>
      <p:grpSp>
        <p:nvGrpSpPr>
          <p:cNvPr id="186" name="Google Shape;332;p26"/>
          <p:cNvGrpSpPr/>
          <p:nvPr/>
        </p:nvGrpSpPr>
        <p:grpSpPr>
          <a:xfrm>
            <a:off x="0" y="1018080"/>
            <a:ext cx="4437720" cy="4165920"/>
            <a:chOff x="0" y="1018080"/>
            <a:chExt cx="4437720" cy="4165920"/>
          </a:xfrm>
        </p:grpSpPr>
        <p:pic>
          <p:nvPicPr>
            <p:cNvPr id="187" name="Google Shape;333;p26" descr=""/>
            <p:cNvPicPr/>
            <p:nvPr/>
          </p:nvPicPr>
          <p:blipFill>
            <a:blip r:embed="rId4"/>
            <a:srcRect l="33024" t="-4460" r="23694" b="60971"/>
            <a:stretch/>
          </p:blipFill>
          <p:spPr>
            <a:xfrm>
              <a:off x="0" y="2809440"/>
              <a:ext cx="4437720" cy="2333520"/>
            </a:xfrm>
            <a:prstGeom prst="rect">
              <a:avLst/>
            </a:prstGeom>
            <a:ln w="0">
              <a:noFill/>
            </a:ln>
          </p:spPr>
        </p:pic>
        <p:pic>
          <p:nvPicPr>
            <p:cNvPr id="188" name="Google Shape;334;p26" descr=""/>
            <p:cNvPicPr/>
            <p:nvPr/>
          </p:nvPicPr>
          <p:blipFill>
            <a:blip r:embed="rId5"/>
            <a:srcRect l="-5874" t="27913" r="81991" b="7421"/>
            <a:stretch/>
          </p:blipFill>
          <p:spPr>
            <a:xfrm rot="10800000">
              <a:off x="360" y="1018080"/>
              <a:ext cx="2939040" cy="4165920"/>
            </a:xfrm>
            <a:prstGeom prst="rect">
              <a:avLst/>
            </a:prstGeom>
            <a:ln w="0">
              <a:noFill/>
            </a:ln>
          </p:spPr>
        </p:pic>
      </p:grpSp>
      <p:grpSp>
        <p:nvGrpSpPr>
          <p:cNvPr id="189" name="Google Shape;335;p26"/>
          <p:cNvGrpSpPr/>
          <p:nvPr/>
        </p:nvGrpSpPr>
        <p:grpSpPr>
          <a:xfrm>
            <a:off x="-280080" y="257040"/>
            <a:ext cx="9815400" cy="4780440"/>
            <a:chOff x="-280080" y="257040"/>
            <a:chExt cx="9815400" cy="4780440"/>
          </a:xfrm>
        </p:grpSpPr>
        <p:sp>
          <p:nvSpPr>
            <p:cNvPr id="190" name="Google Shape;336;p26"/>
            <p:cNvSpPr/>
            <p:nvPr/>
          </p:nvSpPr>
          <p:spPr>
            <a:xfrm>
              <a:off x="-280080" y="3731760"/>
              <a:ext cx="745920" cy="1305720"/>
            </a:xfrm>
            <a:custGeom>
              <a:avLst/>
              <a:gdLst>
                <a:gd name="textAreaLeft" fmla="*/ 0 w 745920"/>
                <a:gd name="textAreaRight" fmla="*/ 746280 w 745920"/>
                <a:gd name="textAreaTop" fmla="*/ 0 h 1305720"/>
                <a:gd name="textAreaBottom" fmla="*/ 1306080 h 1305720"/>
              </a:gdLst>
              <a:ah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91" name="Google Shape;337;p26"/>
            <p:cNvSpPr/>
            <p:nvPr/>
          </p:nvSpPr>
          <p:spPr>
            <a:xfrm>
              <a:off x="8514000" y="3875400"/>
              <a:ext cx="1021320" cy="1018080"/>
            </a:xfrm>
            <a:custGeom>
              <a:avLst/>
              <a:gdLst>
                <a:gd name="textAreaLeft" fmla="*/ 0 w 1021320"/>
                <a:gd name="textAreaRight" fmla="*/ 1021680 w 1021320"/>
                <a:gd name="textAreaTop" fmla="*/ 0 h 1018080"/>
                <a:gd name="textAreaBottom" fmla="*/ 1018440 h 1018080"/>
              </a:gdLst>
              <a:ahLst/>
              <a:rect l="textAreaLeft" t="textAreaTop" r="textAreaRight" b="textAreaBottom"/>
              <a:pathLst>
                <a:path w="52484" h="52327">
                  <a:moveTo>
                    <a:pt x="23885" y="79"/>
                  </a:moveTo>
                  <a:lnTo>
                    <a:pt x="22706" y="158"/>
                  </a:lnTo>
                  <a:lnTo>
                    <a:pt x="24435" y="16500"/>
                  </a:lnTo>
                  <a:lnTo>
                    <a:pt x="25613" y="16421"/>
                  </a:lnTo>
                  <a:lnTo>
                    <a:pt x="23885" y="79"/>
                  </a:lnTo>
                  <a:close/>
                  <a:moveTo>
                    <a:pt x="28206" y="1"/>
                  </a:moveTo>
                  <a:lnTo>
                    <a:pt x="26477" y="16343"/>
                  </a:lnTo>
                  <a:lnTo>
                    <a:pt x="27735" y="16500"/>
                  </a:lnTo>
                  <a:lnTo>
                    <a:pt x="29463" y="158"/>
                  </a:lnTo>
                  <a:lnTo>
                    <a:pt x="28206" y="1"/>
                  </a:lnTo>
                  <a:close/>
                  <a:moveTo>
                    <a:pt x="33549" y="944"/>
                  </a:moveTo>
                  <a:lnTo>
                    <a:pt x="28520" y="16657"/>
                  </a:lnTo>
                  <a:lnTo>
                    <a:pt x="29699" y="16971"/>
                  </a:lnTo>
                  <a:lnTo>
                    <a:pt x="34727" y="1336"/>
                  </a:lnTo>
                  <a:lnTo>
                    <a:pt x="33549" y="944"/>
                  </a:lnTo>
                  <a:close/>
                  <a:moveTo>
                    <a:pt x="18542" y="1101"/>
                  </a:moveTo>
                  <a:lnTo>
                    <a:pt x="17364" y="1494"/>
                  </a:lnTo>
                  <a:lnTo>
                    <a:pt x="22470" y="17207"/>
                  </a:lnTo>
                  <a:lnTo>
                    <a:pt x="23649" y="16814"/>
                  </a:lnTo>
                  <a:lnTo>
                    <a:pt x="18542" y="1101"/>
                  </a:lnTo>
                  <a:close/>
                  <a:moveTo>
                    <a:pt x="38655" y="3065"/>
                  </a:moveTo>
                  <a:lnTo>
                    <a:pt x="30406" y="17286"/>
                  </a:lnTo>
                  <a:lnTo>
                    <a:pt x="31506" y="17914"/>
                  </a:lnTo>
                  <a:lnTo>
                    <a:pt x="39755" y="3693"/>
                  </a:lnTo>
                  <a:lnTo>
                    <a:pt x="38655" y="3065"/>
                  </a:lnTo>
                  <a:close/>
                  <a:moveTo>
                    <a:pt x="13514" y="3301"/>
                  </a:moveTo>
                  <a:lnTo>
                    <a:pt x="12414" y="3851"/>
                  </a:lnTo>
                  <a:lnTo>
                    <a:pt x="20585" y="18150"/>
                  </a:lnTo>
                  <a:lnTo>
                    <a:pt x="21685" y="17521"/>
                  </a:lnTo>
                  <a:lnTo>
                    <a:pt x="13514" y="3301"/>
                  </a:lnTo>
                  <a:close/>
                  <a:moveTo>
                    <a:pt x="43212" y="6129"/>
                  </a:moveTo>
                  <a:lnTo>
                    <a:pt x="32213" y="18386"/>
                  </a:lnTo>
                  <a:lnTo>
                    <a:pt x="33077" y="19171"/>
                  </a:lnTo>
                  <a:lnTo>
                    <a:pt x="44155" y="6993"/>
                  </a:lnTo>
                  <a:lnTo>
                    <a:pt x="43212" y="6129"/>
                  </a:lnTo>
                  <a:close/>
                  <a:moveTo>
                    <a:pt x="8957" y="6443"/>
                  </a:moveTo>
                  <a:lnTo>
                    <a:pt x="8014" y="7229"/>
                  </a:lnTo>
                  <a:lnTo>
                    <a:pt x="19092" y="19486"/>
                  </a:lnTo>
                  <a:lnTo>
                    <a:pt x="20035" y="18621"/>
                  </a:lnTo>
                  <a:lnTo>
                    <a:pt x="8957" y="6443"/>
                  </a:lnTo>
                  <a:close/>
                  <a:moveTo>
                    <a:pt x="46984" y="10136"/>
                  </a:moveTo>
                  <a:lnTo>
                    <a:pt x="33706" y="19721"/>
                  </a:lnTo>
                  <a:lnTo>
                    <a:pt x="34413" y="20743"/>
                  </a:lnTo>
                  <a:lnTo>
                    <a:pt x="47769" y="11079"/>
                  </a:lnTo>
                  <a:lnTo>
                    <a:pt x="46984" y="10136"/>
                  </a:lnTo>
                  <a:close/>
                  <a:moveTo>
                    <a:pt x="5264" y="10450"/>
                  </a:moveTo>
                  <a:lnTo>
                    <a:pt x="4479" y="11393"/>
                  </a:lnTo>
                  <a:lnTo>
                    <a:pt x="17835" y="21135"/>
                  </a:lnTo>
                  <a:lnTo>
                    <a:pt x="18542" y="20114"/>
                  </a:lnTo>
                  <a:lnTo>
                    <a:pt x="5264" y="10450"/>
                  </a:lnTo>
                  <a:close/>
                  <a:moveTo>
                    <a:pt x="49891" y="14771"/>
                  </a:moveTo>
                  <a:lnTo>
                    <a:pt x="34884" y="21450"/>
                  </a:lnTo>
                  <a:lnTo>
                    <a:pt x="35356" y="22628"/>
                  </a:lnTo>
                  <a:lnTo>
                    <a:pt x="50441" y="15871"/>
                  </a:lnTo>
                  <a:lnTo>
                    <a:pt x="49891" y="14771"/>
                  </a:lnTo>
                  <a:close/>
                  <a:moveTo>
                    <a:pt x="2436" y="15164"/>
                  </a:moveTo>
                  <a:lnTo>
                    <a:pt x="1964" y="16264"/>
                  </a:lnTo>
                  <a:lnTo>
                    <a:pt x="16971" y="22942"/>
                  </a:lnTo>
                  <a:lnTo>
                    <a:pt x="17442" y="21843"/>
                  </a:lnTo>
                  <a:lnTo>
                    <a:pt x="2436" y="15164"/>
                  </a:lnTo>
                  <a:close/>
                  <a:moveTo>
                    <a:pt x="51776" y="19878"/>
                  </a:moveTo>
                  <a:lnTo>
                    <a:pt x="35670" y="23335"/>
                  </a:lnTo>
                  <a:lnTo>
                    <a:pt x="35906" y="24592"/>
                  </a:lnTo>
                  <a:lnTo>
                    <a:pt x="52012" y="21135"/>
                  </a:lnTo>
                  <a:lnTo>
                    <a:pt x="51776" y="19878"/>
                  </a:lnTo>
                  <a:close/>
                  <a:moveTo>
                    <a:pt x="629" y="20350"/>
                  </a:moveTo>
                  <a:lnTo>
                    <a:pt x="393" y="21528"/>
                  </a:lnTo>
                  <a:lnTo>
                    <a:pt x="16499" y="24985"/>
                  </a:lnTo>
                  <a:lnTo>
                    <a:pt x="16814" y="23728"/>
                  </a:lnTo>
                  <a:lnTo>
                    <a:pt x="629" y="20350"/>
                  </a:lnTo>
                  <a:close/>
                  <a:moveTo>
                    <a:pt x="36063" y="25300"/>
                  </a:moveTo>
                  <a:lnTo>
                    <a:pt x="36063" y="26635"/>
                  </a:lnTo>
                  <a:lnTo>
                    <a:pt x="52483" y="26635"/>
                  </a:lnTo>
                  <a:lnTo>
                    <a:pt x="52483" y="25378"/>
                  </a:lnTo>
                  <a:lnTo>
                    <a:pt x="36063" y="25300"/>
                  </a:lnTo>
                  <a:close/>
                  <a:moveTo>
                    <a:pt x="0" y="25771"/>
                  </a:moveTo>
                  <a:lnTo>
                    <a:pt x="0" y="27028"/>
                  </a:lnTo>
                  <a:lnTo>
                    <a:pt x="16421" y="27028"/>
                  </a:lnTo>
                  <a:lnTo>
                    <a:pt x="16499" y="25771"/>
                  </a:lnTo>
                  <a:close/>
                  <a:moveTo>
                    <a:pt x="35984" y="27421"/>
                  </a:moveTo>
                  <a:lnTo>
                    <a:pt x="35748" y="28599"/>
                  </a:lnTo>
                  <a:lnTo>
                    <a:pt x="51855" y="32056"/>
                  </a:lnTo>
                  <a:lnTo>
                    <a:pt x="52090" y="30799"/>
                  </a:lnTo>
                  <a:lnTo>
                    <a:pt x="35984" y="27421"/>
                  </a:lnTo>
                  <a:close/>
                  <a:moveTo>
                    <a:pt x="16578" y="27814"/>
                  </a:moveTo>
                  <a:lnTo>
                    <a:pt x="472" y="31192"/>
                  </a:lnTo>
                  <a:lnTo>
                    <a:pt x="707" y="32449"/>
                  </a:lnTo>
                  <a:lnTo>
                    <a:pt x="16814" y="28992"/>
                  </a:lnTo>
                  <a:lnTo>
                    <a:pt x="16578" y="27814"/>
                  </a:lnTo>
                  <a:close/>
                  <a:moveTo>
                    <a:pt x="35513" y="29385"/>
                  </a:moveTo>
                  <a:lnTo>
                    <a:pt x="35041" y="30485"/>
                  </a:lnTo>
                  <a:lnTo>
                    <a:pt x="50048" y="37242"/>
                  </a:lnTo>
                  <a:lnTo>
                    <a:pt x="50598" y="36063"/>
                  </a:lnTo>
                  <a:lnTo>
                    <a:pt x="35513" y="29385"/>
                  </a:lnTo>
                  <a:close/>
                  <a:moveTo>
                    <a:pt x="17128" y="29778"/>
                  </a:moveTo>
                  <a:lnTo>
                    <a:pt x="2122" y="36456"/>
                  </a:lnTo>
                  <a:lnTo>
                    <a:pt x="2593" y="37556"/>
                  </a:lnTo>
                  <a:lnTo>
                    <a:pt x="17678" y="30956"/>
                  </a:lnTo>
                  <a:lnTo>
                    <a:pt x="17128" y="29778"/>
                  </a:lnTo>
                  <a:close/>
                  <a:moveTo>
                    <a:pt x="34648" y="31271"/>
                  </a:moveTo>
                  <a:lnTo>
                    <a:pt x="33863" y="32292"/>
                  </a:lnTo>
                  <a:lnTo>
                    <a:pt x="47219" y="41956"/>
                  </a:lnTo>
                  <a:lnTo>
                    <a:pt x="47926" y="40934"/>
                  </a:lnTo>
                  <a:lnTo>
                    <a:pt x="34648" y="31271"/>
                  </a:lnTo>
                  <a:close/>
                  <a:moveTo>
                    <a:pt x="18149" y="31585"/>
                  </a:moveTo>
                  <a:lnTo>
                    <a:pt x="4714" y="41249"/>
                  </a:lnTo>
                  <a:lnTo>
                    <a:pt x="5500" y="42270"/>
                  </a:lnTo>
                  <a:lnTo>
                    <a:pt x="18778" y="32528"/>
                  </a:lnTo>
                  <a:lnTo>
                    <a:pt x="18149" y="31585"/>
                  </a:lnTo>
                  <a:close/>
                  <a:moveTo>
                    <a:pt x="33470" y="32921"/>
                  </a:moveTo>
                  <a:lnTo>
                    <a:pt x="32449" y="33706"/>
                  </a:lnTo>
                  <a:lnTo>
                    <a:pt x="43527" y="45963"/>
                  </a:lnTo>
                  <a:lnTo>
                    <a:pt x="44469" y="45099"/>
                  </a:lnTo>
                  <a:lnTo>
                    <a:pt x="33470" y="32921"/>
                  </a:lnTo>
                  <a:close/>
                  <a:moveTo>
                    <a:pt x="19406" y="33156"/>
                  </a:moveTo>
                  <a:lnTo>
                    <a:pt x="8328" y="45413"/>
                  </a:lnTo>
                  <a:lnTo>
                    <a:pt x="9271" y="46198"/>
                  </a:lnTo>
                  <a:lnTo>
                    <a:pt x="20349" y="34021"/>
                  </a:lnTo>
                  <a:lnTo>
                    <a:pt x="19406" y="33156"/>
                  </a:lnTo>
                  <a:close/>
                  <a:moveTo>
                    <a:pt x="31899" y="34256"/>
                  </a:moveTo>
                  <a:lnTo>
                    <a:pt x="30799" y="34885"/>
                  </a:lnTo>
                  <a:lnTo>
                    <a:pt x="39048" y="49105"/>
                  </a:lnTo>
                  <a:lnTo>
                    <a:pt x="40148" y="48477"/>
                  </a:lnTo>
                  <a:lnTo>
                    <a:pt x="31899" y="34256"/>
                  </a:lnTo>
                  <a:close/>
                  <a:moveTo>
                    <a:pt x="20978" y="34413"/>
                  </a:moveTo>
                  <a:lnTo>
                    <a:pt x="12728" y="48713"/>
                  </a:lnTo>
                  <a:lnTo>
                    <a:pt x="13828" y="49341"/>
                  </a:lnTo>
                  <a:lnTo>
                    <a:pt x="22078" y="35042"/>
                  </a:lnTo>
                  <a:lnTo>
                    <a:pt x="20978" y="34413"/>
                  </a:lnTo>
                  <a:close/>
                  <a:moveTo>
                    <a:pt x="30092" y="35199"/>
                  </a:moveTo>
                  <a:lnTo>
                    <a:pt x="28834" y="35592"/>
                  </a:lnTo>
                  <a:lnTo>
                    <a:pt x="33941" y="51227"/>
                  </a:lnTo>
                  <a:lnTo>
                    <a:pt x="35120" y="50834"/>
                  </a:lnTo>
                  <a:lnTo>
                    <a:pt x="30092" y="35199"/>
                  </a:lnTo>
                  <a:close/>
                  <a:moveTo>
                    <a:pt x="22863" y="35356"/>
                  </a:moveTo>
                  <a:lnTo>
                    <a:pt x="17756" y="50991"/>
                  </a:lnTo>
                  <a:lnTo>
                    <a:pt x="18935" y="51384"/>
                  </a:lnTo>
                  <a:lnTo>
                    <a:pt x="24042" y="35749"/>
                  </a:lnTo>
                  <a:lnTo>
                    <a:pt x="22863" y="35356"/>
                  </a:lnTo>
                  <a:close/>
                  <a:moveTo>
                    <a:pt x="24828" y="35828"/>
                  </a:moveTo>
                  <a:lnTo>
                    <a:pt x="23099" y="52248"/>
                  </a:lnTo>
                  <a:lnTo>
                    <a:pt x="24356" y="52327"/>
                  </a:lnTo>
                  <a:lnTo>
                    <a:pt x="26085" y="35985"/>
                  </a:lnTo>
                  <a:lnTo>
                    <a:pt x="24828" y="35828"/>
                  </a:lnTo>
                  <a:close/>
                  <a:moveTo>
                    <a:pt x="28127" y="35828"/>
                  </a:moveTo>
                  <a:lnTo>
                    <a:pt x="26870" y="35906"/>
                  </a:lnTo>
                  <a:lnTo>
                    <a:pt x="28599" y="52327"/>
                  </a:lnTo>
                  <a:lnTo>
                    <a:pt x="29856" y="52170"/>
                  </a:lnTo>
                  <a:lnTo>
                    <a:pt x="28127" y="35828"/>
                  </a:ln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92" name="Google Shape;338;p26"/>
            <p:cNvSpPr/>
            <p:nvPr/>
          </p:nvSpPr>
          <p:spPr>
            <a:xfrm>
              <a:off x="8291520" y="257040"/>
              <a:ext cx="550440" cy="564480"/>
            </a:xfrm>
            <a:custGeom>
              <a:avLst/>
              <a:gdLst>
                <a:gd name="textAreaLeft" fmla="*/ 0 w 550440"/>
                <a:gd name="textAreaRight" fmla="*/ 550800 w 550440"/>
                <a:gd name="textAreaTop" fmla="*/ 0 h 564480"/>
                <a:gd name="textAreaBottom" fmla="*/ 564840 h 564480"/>
              </a:gdLst>
              <a:ah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ffffff"/>
                </a:solidFill>
                <a:latin typeface="OpenSymbol"/>
              </a:endParaRPr>
            </a:p>
          </p:txBody>
        </p:sp>
      </p:grpSp>
      <p:sp>
        <p:nvSpPr>
          <p:cNvPr id="193"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900" spc="-1" strike="noStrike">
                <a:solidFill>
                  <a:schemeClr val="dk1"/>
                </a:solidFill>
                <a:latin typeface="Arial"/>
              </a:rPr>
              <a:t>Click to edit the title text format</a:t>
            </a:r>
            <a:endParaRPr b="0" lang="fr-FR" sz="29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83" r:id="rId6"/>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194" name="PlaceHolder 1"/>
          <p:cNvSpPr>
            <a:spLocks noGrp="1"/>
          </p:cNvSpPr>
          <p:nvPr>
            <p:ph type="title"/>
          </p:nvPr>
        </p:nvSpPr>
        <p:spPr>
          <a:xfrm>
            <a:off x="2223720" y="670320"/>
            <a:ext cx="4696560" cy="768600"/>
          </a:xfrm>
          <a:prstGeom prst="rect">
            <a:avLst/>
          </a:prstGeom>
          <a:noFill/>
          <a:ln w="0">
            <a:noFill/>
          </a:ln>
        </p:spPr>
        <p:txBody>
          <a:bodyPr lIns="91440" rIns="91440" tIns="91440" bIns="91440" anchor="ctr">
            <a:noAutofit/>
          </a:bodyPr>
          <a:p>
            <a:pPr indent="0" algn="ctr">
              <a:lnSpc>
                <a:spcPct val="100000"/>
              </a:lnSpc>
              <a:buNone/>
            </a:pPr>
            <a:r>
              <a:rPr b="1" lang="fr-FR" sz="4500" spc="-1" strike="noStrike">
                <a:solidFill>
                  <a:schemeClr val="lt1"/>
                </a:solidFill>
                <a:latin typeface="Unbounded"/>
                <a:ea typeface="Unbounded"/>
              </a:rPr>
              <a:t>xx%</a:t>
            </a:r>
            <a:endParaRPr b="0" lang="fr-FR" sz="4500" spc="-1" strike="noStrike">
              <a:solidFill>
                <a:schemeClr val="dk1"/>
              </a:solidFill>
              <a:latin typeface="Arial"/>
            </a:endParaRPr>
          </a:p>
        </p:txBody>
      </p:sp>
      <p:sp>
        <p:nvSpPr>
          <p:cNvPr id="195" name="PlaceHolder 2"/>
          <p:cNvSpPr>
            <a:spLocks noGrp="1"/>
          </p:cNvSpPr>
          <p:nvPr>
            <p:ph type="title"/>
          </p:nvPr>
        </p:nvSpPr>
        <p:spPr>
          <a:xfrm>
            <a:off x="2223720" y="1967760"/>
            <a:ext cx="4696560" cy="768600"/>
          </a:xfrm>
          <a:prstGeom prst="rect">
            <a:avLst/>
          </a:prstGeom>
          <a:noFill/>
          <a:ln w="0">
            <a:noFill/>
          </a:ln>
        </p:spPr>
        <p:txBody>
          <a:bodyPr lIns="91440" rIns="91440" tIns="91440" bIns="91440" anchor="ctr">
            <a:noAutofit/>
          </a:bodyPr>
          <a:p>
            <a:pPr indent="0" algn="ctr">
              <a:lnSpc>
                <a:spcPct val="100000"/>
              </a:lnSpc>
              <a:buNone/>
            </a:pPr>
            <a:r>
              <a:rPr b="1" lang="fr-FR" sz="4500" spc="-1" strike="noStrike">
                <a:solidFill>
                  <a:schemeClr val="lt1"/>
                </a:solidFill>
                <a:latin typeface="Unbounded"/>
                <a:ea typeface="Unbounded"/>
              </a:rPr>
              <a:t>xx%</a:t>
            </a:r>
            <a:endParaRPr b="0" lang="fr-FR" sz="4500" spc="-1" strike="noStrike">
              <a:solidFill>
                <a:schemeClr val="dk1"/>
              </a:solidFill>
              <a:latin typeface="Arial"/>
            </a:endParaRPr>
          </a:p>
        </p:txBody>
      </p:sp>
      <p:sp>
        <p:nvSpPr>
          <p:cNvPr id="196" name="PlaceHolder 3"/>
          <p:cNvSpPr>
            <a:spLocks noGrp="1"/>
          </p:cNvSpPr>
          <p:nvPr>
            <p:ph type="title"/>
          </p:nvPr>
        </p:nvSpPr>
        <p:spPr>
          <a:xfrm>
            <a:off x="2223720" y="3265560"/>
            <a:ext cx="4696560" cy="768600"/>
          </a:xfrm>
          <a:prstGeom prst="rect">
            <a:avLst/>
          </a:prstGeom>
          <a:noFill/>
          <a:ln w="0">
            <a:noFill/>
          </a:ln>
        </p:spPr>
        <p:txBody>
          <a:bodyPr lIns="91440" rIns="91440" tIns="91440" bIns="91440" anchor="ctr">
            <a:noAutofit/>
          </a:bodyPr>
          <a:p>
            <a:pPr indent="0" algn="ctr">
              <a:lnSpc>
                <a:spcPct val="100000"/>
              </a:lnSpc>
              <a:buNone/>
            </a:pPr>
            <a:r>
              <a:rPr b="1" lang="fr-FR" sz="4500" spc="-1" strike="noStrike">
                <a:solidFill>
                  <a:schemeClr val="lt1"/>
                </a:solidFill>
                <a:latin typeface="Unbounded"/>
                <a:ea typeface="Unbounded"/>
              </a:rPr>
              <a:t>xx%</a:t>
            </a:r>
            <a:endParaRPr b="0" lang="fr-FR" sz="4500" spc="-1" strike="noStrike">
              <a:solidFill>
                <a:schemeClr val="dk1"/>
              </a:solidFill>
              <a:latin typeface="Arial"/>
            </a:endParaRPr>
          </a:p>
        </p:txBody>
      </p:sp>
      <p:grpSp>
        <p:nvGrpSpPr>
          <p:cNvPr id="197" name="Google Shape;359;p27"/>
          <p:cNvGrpSpPr/>
          <p:nvPr/>
        </p:nvGrpSpPr>
        <p:grpSpPr>
          <a:xfrm>
            <a:off x="3837240" y="0"/>
            <a:ext cx="5306400" cy="4524120"/>
            <a:chOff x="3837240" y="0"/>
            <a:chExt cx="5306400" cy="4524120"/>
          </a:xfrm>
        </p:grpSpPr>
        <p:pic>
          <p:nvPicPr>
            <p:cNvPr id="198" name="Google Shape;360;p27" descr=""/>
            <p:cNvPicPr/>
            <p:nvPr/>
          </p:nvPicPr>
          <p:blipFill>
            <a:blip r:embed="rId2"/>
            <a:srcRect l="5320" t="20041" r="76003" b="10779"/>
            <a:stretch/>
          </p:blipFill>
          <p:spPr>
            <a:xfrm>
              <a:off x="6810840" y="0"/>
              <a:ext cx="2332800" cy="4524120"/>
            </a:xfrm>
            <a:prstGeom prst="rect">
              <a:avLst/>
            </a:prstGeom>
            <a:ln w="0">
              <a:noFill/>
            </a:ln>
          </p:spPr>
        </p:pic>
        <p:pic>
          <p:nvPicPr>
            <p:cNvPr id="199" name="Google Shape;361;p27" descr=""/>
            <p:cNvPicPr/>
            <p:nvPr/>
          </p:nvPicPr>
          <p:blipFill>
            <a:blip r:embed="rId3"/>
            <a:srcRect l="28192" t="61946" r="22617" b="-2401"/>
            <a:stretch/>
          </p:blipFill>
          <p:spPr>
            <a:xfrm>
              <a:off x="3837240" y="0"/>
              <a:ext cx="5306400" cy="2283840"/>
            </a:xfrm>
            <a:prstGeom prst="rect">
              <a:avLst/>
            </a:prstGeom>
            <a:ln w="0">
              <a:noFill/>
            </a:ln>
          </p:spPr>
        </p:pic>
      </p:grpSp>
      <p:grpSp>
        <p:nvGrpSpPr>
          <p:cNvPr id="200" name="Google Shape;362;p27"/>
          <p:cNvGrpSpPr/>
          <p:nvPr/>
        </p:nvGrpSpPr>
        <p:grpSpPr>
          <a:xfrm>
            <a:off x="0" y="1018080"/>
            <a:ext cx="4437720" cy="4165920"/>
            <a:chOff x="0" y="1018080"/>
            <a:chExt cx="4437720" cy="4165920"/>
          </a:xfrm>
        </p:grpSpPr>
        <p:pic>
          <p:nvPicPr>
            <p:cNvPr id="201" name="Google Shape;363;p27" descr=""/>
            <p:cNvPicPr/>
            <p:nvPr/>
          </p:nvPicPr>
          <p:blipFill>
            <a:blip r:embed="rId4"/>
            <a:srcRect l="35370" t="5164" r="21351" b="51348"/>
            <a:stretch/>
          </p:blipFill>
          <p:spPr>
            <a:xfrm>
              <a:off x="0" y="2809440"/>
              <a:ext cx="4437720" cy="2333520"/>
            </a:xfrm>
            <a:prstGeom prst="rect">
              <a:avLst/>
            </a:prstGeom>
            <a:ln w="0">
              <a:noFill/>
            </a:ln>
          </p:spPr>
        </p:pic>
        <p:pic>
          <p:nvPicPr>
            <p:cNvPr id="202" name="Google Shape;364;p27" descr=""/>
            <p:cNvPicPr/>
            <p:nvPr/>
          </p:nvPicPr>
          <p:blipFill>
            <a:blip r:embed="rId5"/>
            <a:srcRect l="0" t="21588" r="76117" b="13746"/>
            <a:stretch/>
          </p:blipFill>
          <p:spPr>
            <a:xfrm rot="10800000">
              <a:off x="360" y="1018080"/>
              <a:ext cx="2939040" cy="4165920"/>
            </a:xfrm>
            <a:prstGeom prst="rect">
              <a:avLst/>
            </a:prstGeom>
            <a:ln w="0">
              <a:noFill/>
            </a:ln>
          </p:spPr>
        </p:pic>
      </p:grpSp>
      <p:grpSp>
        <p:nvGrpSpPr>
          <p:cNvPr id="203" name="Google Shape;365;p27"/>
          <p:cNvGrpSpPr/>
          <p:nvPr/>
        </p:nvGrpSpPr>
        <p:grpSpPr>
          <a:xfrm>
            <a:off x="-1088640" y="-1306440"/>
            <a:ext cx="9792360" cy="6742440"/>
            <a:chOff x="-1088640" y="-1306440"/>
            <a:chExt cx="9792360" cy="6742440"/>
          </a:xfrm>
        </p:grpSpPr>
        <p:sp>
          <p:nvSpPr>
            <p:cNvPr id="204" name="Google Shape;366;p27"/>
            <p:cNvSpPr/>
            <p:nvPr/>
          </p:nvSpPr>
          <p:spPr>
            <a:xfrm>
              <a:off x="-1088640" y="-1306440"/>
              <a:ext cx="2429280" cy="2428920"/>
            </a:xfrm>
            <a:custGeom>
              <a:avLst/>
              <a:gdLst>
                <a:gd name="textAreaLeft" fmla="*/ 0 w 2429280"/>
                <a:gd name="textAreaRight" fmla="*/ 2429640 w 2429280"/>
                <a:gd name="textAreaTop" fmla="*/ 0 h 2428920"/>
                <a:gd name="textAreaBottom" fmla="*/ 2429280 h 2428920"/>
              </a:gdLst>
              <a:ah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05" name="Google Shape;367;p27"/>
            <p:cNvSpPr/>
            <p:nvPr/>
          </p:nvSpPr>
          <p:spPr>
            <a:xfrm>
              <a:off x="7957800" y="4130280"/>
              <a:ext cx="745920" cy="1305720"/>
            </a:xfrm>
            <a:custGeom>
              <a:avLst/>
              <a:gdLst>
                <a:gd name="textAreaLeft" fmla="*/ 0 w 745920"/>
                <a:gd name="textAreaRight" fmla="*/ 746280 w 745920"/>
                <a:gd name="textAreaTop" fmla="*/ 0 h 1305720"/>
                <a:gd name="textAreaBottom" fmla="*/ 1306080 h 1305720"/>
              </a:gdLst>
              <a:ah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06" name="Google Shape;368;p27"/>
            <p:cNvSpPr/>
            <p:nvPr/>
          </p:nvSpPr>
          <p:spPr>
            <a:xfrm>
              <a:off x="437760" y="4321440"/>
              <a:ext cx="550440" cy="564480"/>
            </a:xfrm>
            <a:custGeom>
              <a:avLst/>
              <a:gdLst>
                <a:gd name="textAreaLeft" fmla="*/ 0 w 550440"/>
                <a:gd name="textAreaRight" fmla="*/ 550800 w 550440"/>
                <a:gd name="textAreaTop" fmla="*/ 0 h 564480"/>
                <a:gd name="textAreaBottom" fmla="*/ 564840 h 564480"/>
              </a:gdLst>
              <a:ah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ffffff"/>
                </a:solidFill>
                <a:latin typeface="OpenSymbol"/>
              </a:endParaRPr>
            </a:p>
          </p:txBody>
        </p:sp>
      </p:grpSp>
    </p:spTree>
  </p:cSld>
  <p:clrMap bg1="lt1" bg2="lt2" tx1="dk1" tx2="dk2" accent1="accent1" accent2="accent2" accent3="accent3" accent4="accent4" accent5="accent5" accent6="accent6" hlink="hlink" folHlink="folHlink"/>
  <p:sldLayoutIdLst>
    <p:sldLayoutId id="2147483685" r:id="rId6"/>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grpSp>
        <p:nvGrpSpPr>
          <p:cNvPr id="207" name="Google Shape;370;p28"/>
          <p:cNvGrpSpPr/>
          <p:nvPr/>
        </p:nvGrpSpPr>
        <p:grpSpPr>
          <a:xfrm>
            <a:off x="6413040" y="360"/>
            <a:ext cx="2730600" cy="5143320"/>
            <a:chOff x="6413040" y="360"/>
            <a:chExt cx="2730600" cy="5143320"/>
          </a:xfrm>
        </p:grpSpPr>
        <p:pic>
          <p:nvPicPr>
            <p:cNvPr id="208" name="Google Shape;371;p28" descr=""/>
            <p:cNvPicPr/>
            <p:nvPr/>
          </p:nvPicPr>
          <p:blipFill>
            <a:blip r:embed="rId2"/>
            <a:srcRect l="0" t="24398" r="79395" b="13379"/>
            <a:stretch/>
          </p:blipFill>
          <p:spPr>
            <a:xfrm flipH="1" rot="10800000">
              <a:off x="6569640" y="360"/>
              <a:ext cx="2574000" cy="4069080"/>
            </a:xfrm>
            <a:prstGeom prst="rect">
              <a:avLst/>
            </a:prstGeom>
            <a:ln w="0">
              <a:noFill/>
            </a:ln>
          </p:spPr>
        </p:pic>
        <p:pic>
          <p:nvPicPr>
            <p:cNvPr id="209" name="Google Shape;372;p28" descr=""/>
            <p:cNvPicPr/>
            <p:nvPr/>
          </p:nvPicPr>
          <p:blipFill>
            <a:blip r:embed="rId3"/>
            <a:srcRect l="18441" t="35658" r="56236" b="-7734"/>
            <a:stretch/>
          </p:blipFill>
          <p:spPr>
            <a:xfrm flipH="1" rot="10800000">
              <a:off x="6413040" y="1074600"/>
              <a:ext cx="2730600" cy="4069080"/>
            </a:xfrm>
            <a:prstGeom prst="rect">
              <a:avLst/>
            </a:prstGeom>
            <a:ln w="0">
              <a:noFill/>
            </a:ln>
          </p:spPr>
        </p:pic>
      </p:grpSp>
      <p:grpSp>
        <p:nvGrpSpPr>
          <p:cNvPr id="210" name="Google Shape;373;p28"/>
          <p:cNvGrpSpPr/>
          <p:nvPr/>
        </p:nvGrpSpPr>
        <p:grpSpPr>
          <a:xfrm>
            <a:off x="360" y="1018080"/>
            <a:ext cx="6411960" cy="4165920"/>
            <a:chOff x="360" y="1018080"/>
            <a:chExt cx="6411960" cy="4165920"/>
          </a:xfrm>
        </p:grpSpPr>
        <p:pic>
          <p:nvPicPr>
            <p:cNvPr id="211" name="Google Shape;374;p28" descr=""/>
            <p:cNvPicPr/>
            <p:nvPr/>
          </p:nvPicPr>
          <p:blipFill>
            <a:blip r:embed="rId4"/>
            <a:srcRect l="23950" t="-9166" r="32769" b="65678"/>
            <a:stretch/>
          </p:blipFill>
          <p:spPr>
            <a:xfrm>
              <a:off x="1974600" y="2837520"/>
              <a:ext cx="4437720" cy="2333520"/>
            </a:xfrm>
            <a:prstGeom prst="rect">
              <a:avLst/>
            </a:prstGeom>
            <a:ln w="0">
              <a:noFill/>
            </a:ln>
          </p:spPr>
        </p:pic>
        <p:pic>
          <p:nvPicPr>
            <p:cNvPr id="212" name="Google Shape;375;p28" descr=""/>
            <p:cNvPicPr/>
            <p:nvPr/>
          </p:nvPicPr>
          <p:blipFill>
            <a:blip r:embed="rId5"/>
            <a:srcRect l="-7178" t="31024" r="83294" b="4303"/>
            <a:stretch/>
          </p:blipFill>
          <p:spPr>
            <a:xfrm rot="10800000">
              <a:off x="360" y="1018080"/>
              <a:ext cx="2939040" cy="4165920"/>
            </a:xfrm>
            <a:prstGeom prst="rect">
              <a:avLst/>
            </a:prstGeom>
            <a:ln w="0">
              <a:noFill/>
            </a:ln>
          </p:spPr>
        </p:pic>
      </p:grpSp>
      <p:grpSp>
        <p:nvGrpSpPr>
          <p:cNvPr id="213" name="Google Shape;376;p28"/>
          <p:cNvGrpSpPr/>
          <p:nvPr/>
        </p:nvGrpSpPr>
        <p:grpSpPr>
          <a:xfrm>
            <a:off x="-1811520" y="114120"/>
            <a:ext cx="7156080" cy="4943520"/>
            <a:chOff x="-1811520" y="114120"/>
            <a:chExt cx="7156080" cy="4943520"/>
          </a:xfrm>
        </p:grpSpPr>
        <p:sp>
          <p:nvSpPr>
            <p:cNvPr id="214" name="Google Shape;377;p28"/>
            <p:cNvSpPr/>
            <p:nvPr/>
          </p:nvSpPr>
          <p:spPr>
            <a:xfrm>
              <a:off x="3799440" y="4707360"/>
              <a:ext cx="1545120" cy="350280"/>
            </a:xfrm>
            <a:custGeom>
              <a:avLst/>
              <a:gdLst>
                <a:gd name="textAreaLeft" fmla="*/ 0 w 1545120"/>
                <a:gd name="textAreaRight" fmla="*/ 1545480 w 1545120"/>
                <a:gd name="textAreaTop" fmla="*/ 0 h 350280"/>
                <a:gd name="textAreaBottom" fmla="*/ 350640 h 350280"/>
              </a:gdLst>
              <a:ah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ffffff"/>
                </a:solidFill>
                <a:latin typeface="OpenSymbol"/>
              </a:endParaRPr>
            </a:p>
          </p:txBody>
        </p:sp>
        <p:sp>
          <p:nvSpPr>
            <p:cNvPr id="215" name="Google Shape;378;p28"/>
            <p:cNvSpPr/>
            <p:nvPr/>
          </p:nvSpPr>
          <p:spPr>
            <a:xfrm rot="5400000">
              <a:off x="-1811520" y="114120"/>
              <a:ext cx="2429280" cy="2428920"/>
            </a:xfrm>
            <a:custGeom>
              <a:avLst/>
              <a:gdLst>
                <a:gd name="textAreaLeft" fmla="*/ 0 w 2429280"/>
                <a:gd name="textAreaRight" fmla="*/ 2429640 w 2429280"/>
                <a:gd name="textAreaTop" fmla="*/ 0 h 2428920"/>
                <a:gd name="textAreaBottom" fmla="*/ 2429280 h 2428920"/>
              </a:gdLst>
              <a:ah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216" name="PlaceHolder 1"/>
          <p:cNvSpPr>
            <a:spLocks noGrp="1"/>
          </p:cNvSpPr>
          <p:nvPr>
            <p:ph type="title"/>
          </p:nvPr>
        </p:nvSpPr>
        <p:spPr>
          <a:xfrm>
            <a:off x="1325520" y="1962000"/>
            <a:ext cx="1398600" cy="406440"/>
          </a:xfrm>
          <a:prstGeom prst="rect">
            <a:avLst/>
          </a:prstGeom>
          <a:noFill/>
          <a:ln w="0">
            <a:noFill/>
          </a:ln>
        </p:spPr>
        <p:txBody>
          <a:bodyPr lIns="91440" rIns="91440" tIns="91440" bIns="91440" anchor="ctr">
            <a:noAutofit/>
          </a:bodyPr>
          <a:p>
            <a:pPr indent="0" algn="ctr">
              <a:lnSpc>
                <a:spcPct val="100000"/>
              </a:lnSpc>
              <a:buNone/>
            </a:pPr>
            <a:r>
              <a:rPr b="1" lang="fr-FR" sz="2000" spc="-1" strike="noStrike">
                <a:solidFill>
                  <a:schemeClr val="lt1"/>
                </a:solidFill>
                <a:latin typeface="Unbounded"/>
                <a:ea typeface="Unbounded"/>
              </a:rPr>
              <a:t>xx%</a:t>
            </a:r>
            <a:endParaRPr b="0" lang="fr-FR" sz="2000" spc="-1" strike="noStrike">
              <a:solidFill>
                <a:schemeClr val="dk1"/>
              </a:solidFill>
              <a:latin typeface="Arial"/>
            </a:endParaRPr>
          </a:p>
        </p:txBody>
      </p:sp>
      <p:sp>
        <p:nvSpPr>
          <p:cNvPr id="217" name="PlaceHolder 2"/>
          <p:cNvSpPr>
            <a:spLocks noGrp="1"/>
          </p:cNvSpPr>
          <p:nvPr>
            <p:ph type="title"/>
          </p:nvPr>
        </p:nvSpPr>
        <p:spPr>
          <a:xfrm>
            <a:off x="3873240" y="1962000"/>
            <a:ext cx="1397520" cy="406440"/>
          </a:xfrm>
          <a:prstGeom prst="rect">
            <a:avLst/>
          </a:prstGeom>
          <a:noFill/>
          <a:ln w="0">
            <a:noFill/>
          </a:ln>
        </p:spPr>
        <p:txBody>
          <a:bodyPr lIns="91440" rIns="91440" tIns="91440" bIns="91440" anchor="ctr">
            <a:noAutofit/>
          </a:bodyPr>
          <a:p>
            <a:pPr indent="0" algn="ctr">
              <a:lnSpc>
                <a:spcPct val="100000"/>
              </a:lnSpc>
              <a:buNone/>
            </a:pPr>
            <a:r>
              <a:rPr b="1" lang="fr-FR" sz="2000" spc="-1" strike="noStrike">
                <a:solidFill>
                  <a:schemeClr val="lt1"/>
                </a:solidFill>
                <a:latin typeface="Unbounded"/>
                <a:ea typeface="Unbounded"/>
              </a:rPr>
              <a:t>xx%</a:t>
            </a:r>
            <a:endParaRPr b="0" lang="fr-FR" sz="2000" spc="-1" strike="noStrike">
              <a:solidFill>
                <a:schemeClr val="dk1"/>
              </a:solidFill>
              <a:latin typeface="Arial"/>
            </a:endParaRPr>
          </a:p>
        </p:txBody>
      </p:sp>
      <p:sp>
        <p:nvSpPr>
          <p:cNvPr id="218" name="PlaceHolder 3"/>
          <p:cNvSpPr>
            <a:spLocks noGrp="1"/>
          </p:cNvSpPr>
          <p:nvPr>
            <p:ph type="title"/>
          </p:nvPr>
        </p:nvSpPr>
        <p:spPr>
          <a:xfrm>
            <a:off x="6417720" y="1962000"/>
            <a:ext cx="1397520" cy="406440"/>
          </a:xfrm>
          <a:prstGeom prst="rect">
            <a:avLst/>
          </a:prstGeom>
          <a:noFill/>
          <a:ln w="0">
            <a:noFill/>
          </a:ln>
        </p:spPr>
        <p:txBody>
          <a:bodyPr lIns="91440" rIns="91440" tIns="91440" bIns="91440" anchor="ctr">
            <a:noAutofit/>
          </a:bodyPr>
          <a:p>
            <a:pPr indent="0" algn="ctr">
              <a:lnSpc>
                <a:spcPct val="100000"/>
              </a:lnSpc>
              <a:buNone/>
            </a:pPr>
            <a:r>
              <a:rPr b="1" lang="fr-FR" sz="2000" spc="-1" strike="noStrike">
                <a:solidFill>
                  <a:schemeClr val="lt1"/>
                </a:solidFill>
                <a:latin typeface="Unbounded"/>
                <a:ea typeface="Unbounded"/>
              </a:rPr>
              <a:t>xx%</a:t>
            </a:r>
            <a:endParaRPr b="0" lang="fr-FR" sz="2000" spc="-1" strike="noStrike">
              <a:solidFill>
                <a:schemeClr val="dk1"/>
              </a:solidFill>
              <a:latin typeface="Arial"/>
            </a:endParaRPr>
          </a:p>
        </p:txBody>
      </p:sp>
      <p:sp>
        <p:nvSpPr>
          <p:cNvPr id="219" name="PlaceHolder 4"/>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900" spc="-1" strike="noStrike">
                <a:solidFill>
                  <a:schemeClr val="dk1"/>
                </a:solidFill>
                <a:latin typeface="Arial"/>
              </a:rPr>
              <a:t>Click to edit the title text format</a:t>
            </a:r>
            <a:endParaRPr b="0" lang="fr-FR" sz="29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87" r:id="rId6"/>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pic>
        <p:nvPicPr>
          <p:cNvPr id="220" name="Google Shape;390;p29" descr=""/>
          <p:cNvPicPr/>
          <p:nvPr/>
        </p:nvPicPr>
        <p:blipFill>
          <a:blip r:embed="rId2"/>
          <a:stretch/>
        </p:blipFill>
        <p:spPr>
          <a:xfrm>
            <a:off x="0" y="0"/>
            <a:ext cx="9143640" cy="5143320"/>
          </a:xfrm>
          <a:prstGeom prst="rect">
            <a:avLst/>
          </a:prstGeom>
          <a:ln w="0">
            <a:noFill/>
          </a:ln>
        </p:spPr>
      </p:pic>
      <p:sp>
        <p:nvSpPr>
          <p:cNvPr id="221" name="PlaceHolder 1"/>
          <p:cNvSpPr>
            <a:spLocks noGrp="1"/>
          </p:cNvSpPr>
          <p:nvPr>
            <p:ph type="title"/>
          </p:nvPr>
        </p:nvSpPr>
        <p:spPr>
          <a:xfrm>
            <a:off x="1224720" y="539640"/>
            <a:ext cx="6694560" cy="1090800"/>
          </a:xfrm>
          <a:prstGeom prst="rect">
            <a:avLst/>
          </a:prstGeom>
          <a:noFill/>
          <a:ln w="0">
            <a:noFill/>
          </a:ln>
        </p:spPr>
        <p:txBody>
          <a:bodyPr lIns="91440" rIns="91440" tIns="91440" bIns="91440" anchor="b">
            <a:noAutofit/>
          </a:bodyPr>
          <a:p>
            <a:pPr indent="0">
              <a:buNone/>
            </a:pPr>
            <a:r>
              <a:rPr b="0" lang="fr-FR" sz="5000" spc="-1" strike="noStrike">
                <a:solidFill>
                  <a:schemeClr val="dk1"/>
                </a:solidFill>
                <a:latin typeface="Arial"/>
              </a:rPr>
              <a:t>Click to edit the title text format</a:t>
            </a:r>
            <a:endParaRPr b="0" lang="fr-FR" sz="5000" spc="-1" strike="noStrike">
              <a:solidFill>
                <a:schemeClr val="dk1"/>
              </a:solidFill>
              <a:latin typeface="Arial"/>
            </a:endParaRPr>
          </a:p>
        </p:txBody>
      </p:sp>
      <p:sp>
        <p:nvSpPr>
          <p:cNvPr id="222" name="Google Shape;393;p29"/>
          <p:cNvSpPr/>
          <p:nvPr/>
        </p:nvSpPr>
        <p:spPr>
          <a:xfrm>
            <a:off x="2099160" y="3611880"/>
            <a:ext cx="4945320" cy="555840"/>
          </a:xfrm>
          <a:prstGeom prst="rect">
            <a:avLst/>
          </a:prstGeom>
          <a:noFill/>
          <a:ln w="0">
            <a:noFill/>
          </a:ln>
        </p:spPr>
        <p:style>
          <a:lnRef idx="0"/>
          <a:fillRef idx="0"/>
          <a:effectRef idx="0"/>
          <a:fontRef idx="minor"/>
        </p:style>
        <p:txBody>
          <a:bodyPr tIns="91440" bIns="91440" anchor="t">
            <a:noAutofit/>
          </a:bodyPr>
          <a:p>
            <a:pPr algn="ctr" defTabSz="914400">
              <a:lnSpc>
                <a:spcPct val="100000"/>
              </a:lnSpc>
              <a:spcBef>
                <a:spcPts val="300"/>
              </a:spcBef>
              <a:tabLst>
                <a:tab algn="l" pos="0"/>
              </a:tabLst>
            </a:pPr>
            <a:r>
              <a:rPr b="1" lang="en" sz="1200" spc="-1" strike="noStrike">
                <a:solidFill>
                  <a:schemeClr val="lt1"/>
                </a:solidFill>
                <a:latin typeface="Actor"/>
                <a:ea typeface="Actor"/>
              </a:rPr>
              <a:t>CREDITS:</a:t>
            </a:r>
            <a:r>
              <a:rPr b="0" lang="en" sz="1200" spc="-1" strike="noStrike">
                <a:solidFill>
                  <a:schemeClr val="lt1"/>
                </a:solidFill>
                <a:latin typeface="Actor"/>
                <a:ea typeface="Actor"/>
              </a:rPr>
              <a:t> This presentation template was created by </a:t>
            </a:r>
            <a:r>
              <a:rPr b="1" lang="en" sz="1200" spc="-1" strike="noStrike" u="sng">
                <a:solidFill>
                  <a:schemeClr val="lt1"/>
                </a:solidFill>
                <a:uFillTx/>
                <a:latin typeface="Actor"/>
                <a:ea typeface="Actor"/>
                <a:hlinkClick r:id="rId3"/>
              </a:rPr>
              <a:t>Slidesgo</a:t>
            </a:r>
            <a:r>
              <a:rPr b="0" lang="en" sz="1200" spc="-1" strike="noStrike">
                <a:solidFill>
                  <a:schemeClr val="lt1"/>
                </a:solidFill>
                <a:latin typeface="Actor"/>
                <a:ea typeface="Actor"/>
              </a:rPr>
              <a:t>, and includes icons by </a:t>
            </a:r>
            <a:r>
              <a:rPr b="1" lang="en" sz="1200" spc="-1" strike="noStrike" u="sng">
                <a:solidFill>
                  <a:schemeClr val="lt1"/>
                </a:solidFill>
                <a:uFillTx/>
                <a:latin typeface="Actor"/>
                <a:ea typeface="Actor"/>
                <a:hlinkClick r:id="rId4"/>
              </a:rPr>
              <a:t>Flaticon</a:t>
            </a:r>
            <a:r>
              <a:rPr b="0" lang="en" sz="1200" spc="-1" strike="noStrike">
                <a:solidFill>
                  <a:schemeClr val="lt1"/>
                </a:solidFill>
                <a:latin typeface="Actor"/>
                <a:ea typeface="Actor"/>
              </a:rPr>
              <a:t>, and infographics &amp; images by </a:t>
            </a:r>
            <a:r>
              <a:rPr b="1" lang="en" sz="1200" spc="-1" strike="noStrike" u="sng">
                <a:solidFill>
                  <a:schemeClr val="lt1"/>
                </a:solidFill>
                <a:uFillTx/>
                <a:latin typeface="Actor"/>
                <a:ea typeface="Actor"/>
                <a:hlinkClick r:id="rId5"/>
              </a:rPr>
              <a:t>Freepik</a:t>
            </a:r>
            <a:r>
              <a:rPr b="0" lang="en" sz="1200" spc="-1" strike="noStrike" u="sng">
                <a:solidFill>
                  <a:schemeClr val="lt1"/>
                </a:solidFill>
                <a:uFillTx/>
                <a:latin typeface="Actor"/>
                <a:ea typeface="Actor"/>
              </a:rPr>
              <a:t> </a:t>
            </a:r>
            <a:endParaRPr b="0" lang="en-US" sz="1200" spc="-1" strike="noStrike">
              <a:solidFill>
                <a:srgbClr val="ffffff"/>
              </a:solidFill>
              <a:latin typeface="OpenSymbol"/>
            </a:endParaRPr>
          </a:p>
        </p:txBody>
      </p:sp>
      <p:grpSp>
        <p:nvGrpSpPr>
          <p:cNvPr id="223" name="Google Shape;394;p29"/>
          <p:cNvGrpSpPr/>
          <p:nvPr/>
        </p:nvGrpSpPr>
        <p:grpSpPr>
          <a:xfrm>
            <a:off x="-81720" y="-1889640"/>
            <a:ext cx="8787600" cy="6775920"/>
            <a:chOff x="-81720" y="-1889640"/>
            <a:chExt cx="8787600" cy="6775920"/>
          </a:xfrm>
        </p:grpSpPr>
        <p:sp>
          <p:nvSpPr>
            <p:cNvPr id="224" name="Google Shape;395;p29"/>
            <p:cNvSpPr/>
            <p:nvPr/>
          </p:nvSpPr>
          <p:spPr>
            <a:xfrm>
              <a:off x="-81720" y="-1889640"/>
              <a:ext cx="2429280" cy="2428920"/>
            </a:xfrm>
            <a:custGeom>
              <a:avLst/>
              <a:gdLst>
                <a:gd name="textAreaLeft" fmla="*/ 0 w 2429280"/>
                <a:gd name="textAreaRight" fmla="*/ 2429640 w 2429280"/>
                <a:gd name="textAreaTop" fmla="*/ 0 h 2428920"/>
                <a:gd name="textAreaBottom" fmla="*/ 2429280 h 2428920"/>
              </a:gdLst>
              <a:ah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25" name="Google Shape;396;p29"/>
            <p:cNvSpPr/>
            <p:nvPr/>
          </p:nvSpPr>
          <p:spPr>
            <a:xfrm>
              <a:off x="441360" y="3580560"/>
              <a:ext cx="745920" cy="1305720"/>
            </a:xfrm>
            <a:custGeom>
              <a:avLst/>
              <a:gdLst>
                <a:gd name="textAreaLeft" fmla="*/ 0 w 745920"/>
                <a:gd name="textAreaRight" fmla="*/ 746280 w 745920"/>
                <a:gd name="textAreaTop" fmla="*/ 0 h 1305720"/>
                <a:gd name="textAreaBottom" fmla="*/ 1306080 h 1305720"/>
              </a:gdLst>
              <a:ah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26" name="Google Shape;397;p29"/>
            <p:cNvSpPr/>
            <p:nvPr/>
          </p:nvSpPr>
          <p:spPr>
            <a:xfrm>
              <a:off x="8155440" y="381960"/>
              <a:ext cx="550440" cy="564480"/>
            </a:xfrm>
            <a:custGeom>
              <a:avLst/>
              <a:gdLst>
                <a:gd name="textAreaLeft" fmla="*/ 0 w 550440"/>
                <a:gd name="textAreaRight" fmla="*/ 550800 w 550440"/>
                <a:gd name="textAreaTop" fmla="*/ 0 h 564480"/>
                <a:gd name="textAreaBottom" fmla="*/ 564840 h 564480"/>
              </a:gdLst>
              <a:ah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ffffff"/>
                </a:solidFill>
                <a:latin typeface="OpenSymbol"/>
              </a:endParaRPr>
            </a:p>
          </p:txBody>
        </p:sp>
      </p:grpSp>
      <p:sp>
        <p:nvSpPr>
          <p:cNvPr id="227"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9" r:id="rId6"/>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grpSp>
        <p:nvGrpSpPr>
          <p:cNvPr id="228" name="Google Shape;399;p30"/>
          <p:cNvGrpSpPr/>
          <p:nvPr/>
        </p:nvGrpSpPr>
        <p:grpSpPr>
          <a:xfrm>
            <a:off x="360" y="0"/>
            <a:ext cx="6656040" cy="2354400"/>
            <a:chOff x="360" y="0"/>
            <a:chExt cx="6656040" cy="2354400"/>
          </a:xfrm>
        </p:grpSpPr>
        <p:pic>
          <p:nvPicPr>
            <p:cNvPr id="229" name="Google Shape;400;p30" descr=""/>
            <p:cNvPicPr/>
            <p:nvPr/>
          </p:nvPicPr>
          <p:blipFill>
            <a:blip r:embed="rId2"/>
            <a:srcRect l="20101" t="-4417" r="24271" b="60652"/>
            <a:stretch/>
          </p:blipFill>
          <p:spPr>
            <a:xfrm flipH="1" rot="10800000">
              <a:off x="951480" y="5400"/>
              <a:ext cx="5704920" cy="2348640"/>
            </a:xfrm>
            <a:prstGeom prst="rect">
              <a:avLst/>
            </a:prstGeom>
            <a:ln w="0">
              <a:noFill/>
            </a:ln>
          </p:spPr>
        </p:pic>
        <p:pic>
          <p:nvPicPr>
            <p:cNvPr id="230" name="Google Shape;401;p30" descr=""/>
            <p:cNvPicPr/>
            <p:nvPr/>
          </p:nvPicPr>
          <p:blipFill>
            <a:blip r:embed="rId3"/>
            <a:srcRect l="4227" t="58239" r="61880" b="13981"/>
            <a:stretch/>
          </p:blipFill>
          <p:spPr>
            <a:xfrm flipH="1">
              <a:off x="360" y="0"/>
              <a:ext cx="4171320" cy="1788840"/>
            </a:xfrm>
            <a:prstGeom prst="rect">
              <a:avLst/>
            </a:prstGeom>
            <a:ln w="0">
              <a:noFill/>
            </a:ln>
          </p:spPr>
        </p:pic>
      </p:grpSp>
      <p:grpSp>
        <p:nvGrpSpPr>
          <p:cNvPr id="231" name="Google Shape;402;p30"/>
          <p:cNvGrpSpPr/>
          <p:nvPr/>
        </p:nvGrpSpPr>
        <p:grpSpPr>
          <a:xfrm>
            <a:off x="4985280" y="1694160"/>
            <a:ext cx="4171320" cy="3489840"/>
            <a:chOff x="4985280" y="1694160"/>
            <a:chExt cx="4171320" cy="3489840"/>
          </a:xfrm>
        </p:grpSpPr>
        <p:pic>
          <p:nvPicPr>
            <p:cNvPr id="232" name="Google Shape;403;p30" descr=""/>
            <p:cNvPicPr/>
            <p:nvPr/>
          </p:nvPicPr>
          <p:blipFill>
            <a:blip r:embed="rId4"/>
            <a:srcRect l="20951" t="31283" r="59272" b="6909"/>
            <a:stretch/>
          </p:blipFill>
          <p:spPr>
            <a:xfrm flipH="1" rot="10800000">
              <a:off x="7011360" y="1694160"/>
              <a:ext cx="2132280" cy="3489840"/>
            </a:xfrm>
            <a:prstGeom prst="rect">
              <a:avLst/>
            </a:prstGeom>
            <a:ln w="0">
              <a:noFill/>
            </a:ln>
          </p:spPr>
        </p:pic>
        <p:pic>
          <p:nvPicPr>
            <p:cNvPr id="233" name="Google Shape;404;p30" descr=""/>
            <p:cNvPicPr/>
            <p:nvPr/>
          </p:nvPicPr>
          <p:blipFill>
            <a:blip r:embed="rId5"/>
            <a:srcRect l="4227" t="58239" r="61880" b="13981"/>
            <a:stretch/>
          </p:blipFill>
          <p:spPr>
            <a:xfrm flipH="1" rot="10800000">
              <a:off x="4985280" y="3395160"/>
              <a:ext cx="4171320" cy="1788840"/>
            </a:xfrm>
            <a:prstGeom prst="rect">
              <a:avLst/>
            </a:prstGeom>
            <a:ln w="0">
              <a:noFill/>
            </a:ln>
          </p:spPr>
        </p:pic>
      </p:grpSp>
      <p:grpSp>
        <p:nvGrpSpPr>
          <p:cNvPr id="234" name="Google Shape;405;p30"/>
          <p:cNvGrpSpPr/>
          <p:nvPr/>
        </p:nvGrpSpPr>
        <p:grpSpPr>
          <a:xfrm>
            <a:off x="228600" y="172800"/>
            <a:ext cx="10721520" cy="5462640"/>
            <a:chOff x="228600" y="172800"/>
            <a:chExt cx="10721520" cy="5462640"/>
          </a:xfrm>
        </p:grpSpPr>
        <p:sp>
          <p:nvSpPr>
            <p:cNvPr id="235" name="Google Shape;406;p30"/>
            <p:cNvSpPr/>
            <p:nvPr/>
          </p:nvSpPr>
          <p:spPr>
            <a:xfrm flipV="1">
              <a:off x="8520840" y="1557720"/>
              <a:ext cx="2429280" cy="2428920"/>
            </a:xfrm>
            <a:custGeom>
              <a:avLst/>
              <a:gdLst>
                <a:gd name="textAreaLeft" fmla="*/ 0 w 2429280"/>
                <a:gd name="textAreaRight" fmla="*/ 2429640 w 2429280"/>
                <a:gd name="textAreaTop" fmla="*/ -360 h 2428920"/>
                <a:gd name="textAreaBottom" fmla="*/ 2428920 h 2428920"/>
              </a:gdLst>
              <a:ah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36" name="Google Shape;407;p30"/>
            <p:cNvSpPr/>
            <p:nvPr/>
          </p:nvSpPr>
          <p:spPr>
            <a:xfrm flipV="1">
              <a:off x="3799440" y="172080"/>
              <a:ext cx="1545120" cy="350280"/>
            </a:xfrm>
            <a:custGeom>
              <a:avLst/>
              <a:gdLst>
                <a:gd name="textAreaLeft" fmla="*/ 0 w 1545120"/>
                <a:gd name="textAreaRight" fmla="*/ 1545480 w 1545120"/>
                <a:gd name="textAreaTop" fmla="*/ -360 h 350280"/>
                <a:gd name="textAreaBottom" fmla="*/ 350280 h 350280"/>
              </a:gdLst>
              <a:ah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ffffff"/>
                </a:solidFill>
                <a:latin typeface="OpenSymbol"/>
              </a:endParaRPr>
            </a:p>
          </p:txBody>
        </p:sp>
        <p:sp>
          <p:nvSpPr>
            <p:cNvPr id="237" name="Google Shape;408;p30"/>
            <p:cNvSpPr/>
            <p:nvPr/>
          </p:nvSpPr>
          <p:spPr>
            <a:xfrm flipV="1">
              <a:off x="228600" y="4329360"/>
              <a:ext cx="745920" cy="1305720"/>
            </a:xfrm>
            <a:custGeom>
              <a:avLst/>
              <a:gdLst>
                <a:gd name="textAreaLeft" fmla="*/ 0 w 745920"/>
                <a:gd name="textAreaRight" fmla="*/ 746280 w 745920"/>
                <a:gd name="textAreaTop" fmla="*/ -360 h 1305720"/>
                <a:gd name="textAreaBottom" fmla="*/ 1305720 h 1305720"/>
              </a:gdLst>
              <a:ah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grpSp>
    </p:spTree>
  </p:cSld>
  <p:clrMap bg1="lt1" bg2="lt2" tx1="dk1" tx2="dk2" accent1="accent1" accent2="accent2" accent3="accent3" accent4="accent4" accent5="accent5" accent6="accent6" hlink="hlink" folHlink="folHlink"/>
  <p:sldLayoutIdLst>
    <p:sldLayoutId id="2147483691" r:id="rId6"/>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grpSp>
        <p:nvGrpSpPr>
          <p:cNvPr id="238" name="Google Shape;36;p4"/>
          <p:cNvGrpSpPr/>
          <p:nvPr/>
        </p:nvGrpSpPr>
        <p:grpSpPr>
          <a:xfrm>
            <a:off x="0" y="-101520"/>
            <a:ext cx="9143640" cy="5285160"/>
            <a:chOff x="0" y="-101520"/>
            <a:chExt cx="9143640" cy="5285160"/>
          </a:xfrm>
        </p:grpSpPr>
        <p:grpSp>
          <p:nvGrpSpPr>
            <p:cNvPr id="239" name="Google Shape;37;p4"/>
            <p:cNvGrpSpPr/>
            <p:nvPr/>
          </p:nvGrpSpPr>
          <p:grpSpPr>
            <a:xfrm>
              <a:off x="5400000" y="0"/>
              <a:ext cx="3743640" cy="5183640"/>
              <a:chOff x="5400000" y="0"/>
              <a:chExt cx="3743640" cy="5183640"/>
            </a:xfrm>
          </p:grpSpPr>
          <p:pic>
            <p:nvPicPr>
              <p:cNvPr id="240" name="Google Shape;38;p4" descr=""/>
              <p:cNvPicPr/>
              <p:nvPr/>
            </p:nvPicPr>
            <p:blipFill>
              <a:blip r:embed="rId2"/>
              <a:srcRect l="0" t="28154" r="83008" b="11928"/>
              <a:stretch/>
            </p:blipFill>
            <p:spPr>
              <a:xfrm>
                <a:off x="7021440" y="0"/>
                <a:ext cx="2122200" cy="3918600"/>
              </a:xfrm>
              <a:prstGeom prst="rect">
                <a:avLst/>
              </a:prstGeom>
              <a:ln w="0">
                <a:noFill/>
              </a:ln>
            </p:spPr>
          </p:pic>
          <p:pic>
            <p:nvPicPr>
              <p:cNvPr id="241" name="Google Shape;39;p4" descr=""/>
              <p:cNvPicPr/>
              <p:nvPr/>
            </p:nvPicPr>
            <p:blipFill>
              <a:blip r:embed="rId3"/>
              <a:srcRect l="13257" t="4640" r="52035" b="54899"/>
              <a:stretch/>
            </p:blipFill>
            <p:spPr>
              <a:xfrm>
                <a:off x="5400000" y="2899800"/>
                <a:ext cx="3743640" cy="2283840"/>
              </a:xfrm>
              <a:prstGeom prst="rect">
                <a:avLst/>
              </a:prstGeom>
              <a:ln w="0">
                <a:noFill/>
              </a:ln>
            </p:spPr>
          </p:pic>
        </p:grpSp>
        <p:grpSp>
          <p:nvGrpSpPr>
            <p:cNvPr id="242" name="Google Shape;40;p4"/>
            <p:cNvGrpSpPr/>
            <p:nvPr/>
          </p:nvGrpSpPr>
          <p:grpSpPr>
            <a:xfrm>
              <a:off x="0" y="-101520"/>
              <a:ext cx="4437720" cy="4762080"/>
              <a:chOff x="0" y="-101520"/>
              <a:chExt cx="4437720" cy="4762080"/>
            </a:xfrm>
          </p:grpSpPr>
          <p:pic>
            <p:nvPicPr>
              <p:cNvPr id="243" name="Google Shape;41;p4" descr=""/>
              <p:cNvPicPr/>
              <p:nvPr/>
            </p:nvPicPr>
            <p:blipFill>
              <a:blip r:embed="rId4"/>
              <a:srcRect l="31146" t="56446" r="25575" b="4983"/>
              <a:stretch/>
            </p:blipFill>
            <p:spPr>
              <a:xfrm>
                <a:off x="0" y="0"/>
                <a:ext cx="4437720" cy="2069640"/>
              </a:xfrm>
              <a:prstGeom prst="rect">
                <a:avLst/>
              </a:prstGeom>
              <a:ln w="0">
                <a:noFill/>
              </a:ln>
            </p:spPr>
          </p:pic>
          <p:pic>
            <p:nvPicPr>
              <p:cNvPr id="244" name="Google Shape;42;p4" descr=""/>
              <p:cNvPicPr/>
              <p:nvPr/>
            </p:nvPicPr>
            <p:blipFill>
              <a:blip r:embed="rId5"/>
              <a:srcRect l="4614" t="2365" r="79209" b="23718"/>
              <a:stretch/>
            </p:blipFill>
            <p:spPr>
              <a:xfrm rot="10800000">
                <a:off x="360" y="-101520"/>
                <a:ext cx="1989720" cy="4762080"/>
              </a:xfrm>
              <a:prstGeom prst="rect">
                <a:avLst/>
              </a:prstGeom>
              <a:ln w="0">
                <a:noFill/>
              </a:ln>
            </p:spPr>
          </p:pic>
        </p:grpSp>
      </p:grpSp>
      <p:sp>
        <p:nvSpPr>
          <p:cNvPr id="245"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
        <p:nvSpPr>
          <p:cNvPr id="246" name="PlaceHolder 2"/>
          <p:cNvSpPr>
            <a:spLocks noGrp="1"/>
          </p:cNvSpPr>
          <p:nvPr>
            <p:ph type="body"/>
          </p:nvPr>
        </p:nvSpPr>
        <p:spPr>
          <a:xfrm>
            <a:off x="720000" y="1136880"/>
            <a:ext cx="7703640" cy="353520"/>
          </a:xfrm>
          <a:prstGeom prst="rect">
            <a:avLst/>
          </a:prstGeom>
          <a:noFill/>
          <a:ln w="0">
            <a:noFill/>
          </a:ln>
        </p:spPr>
        <p:txBody>
          <a:bodyPr lIns="91440" rIns="91440" tIns="91440" bIns="91440" anchor="t">
            <a:noAutofit/>
          </a:bodyPr>
          <a:p>
            <a:pPr marL="432000" indent="-324000">
              <a:spcBef>
                <a:spcPts val="1417"/>
              </a:spcBef>
              <a:buClr>
                <a:srgbClr val="ffffff"/>
              </a:buClr>
              <a:buSzPct val="45000"/>
              <a:buFont typeface="Wingdings" charset="2"/>
              <a:buChar char=""/>
            </a:pPr>
            <a:r>
              <a:rPr b="0" lang="fr-FR" sz="1200" spc="-1" strike="noStrike">
                <a:solidFill>
                  <a:srgbClr val="000000"/>
                </a:solidFill>
                <a:latin typeface="Arial"/>
              </a:rPr>
              <a:t>Click to edit the outline text format</a:t>
            </a:r>
            <a:endParaRPr b="0" lang="fr-FR" sz="12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200" spc="-1" strike="noStrike">
                <a:solidFill>
                  <a:srgbClr val="000000"/>
                </a:solidFill>
                <a:latin typeface="Arial"/>
              </a:rPr>
              <a:t>Second Outline Level</a:t>
            </a:r>
            <a:endParaRPr b="0" lang="fr-FR" sz="12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200" spc="-1" strike="noStrike">
                <a:solidFill>
                  <a:srgbClr val="000000"/>
                </a:solidFill>
                <a:latin typeface="Arial"/>
              </a:rPr>
              <a:t>Third Outline Level</a:t>
            </a:r>
            <a:endParaRPr b="0" lang="fr-FR" sz="12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200" spc="-1" strike="noStrike">
                <a:solidFill>
                  <a:srgbClr val="000000"/>
                </a:solidFill>
                <a:latin typeface="Arial"/>
              </a:rPr>
              <a:t>Fourth Outline Level</a:t>
            </a:r>
            <a:endParaRPr b="0" lang="fr-FR" sz="12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1200" spc="-1" strike="noStrike">
                <a:solidFill>
                  <a:srgbClr val="000000"/>
                </a:solidFill>
                <a:latin typeface="Arial"/>
              </a:rPr>
              <a:t>Fifth Outline Level</a:t>
            </a:r>
            <a:endParaRPr b="0" lang="fr-FR" sz="12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1200" spc="-1" strike="noStrike">
                <a:solidFill>
                  <a:srgbClr val="000000"/>
                </a:solidFill>
                <a:latin typeface="Arial"/>
              </a:rPr>
              <a:t>Sixth Outline Level</a:t>
            </a:r>
            <a:endParaRPr b="0" lang="fr-FR" sz="12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1200" spc="-1" strike="noStrike">
                <a:solidFill>
                  <a:srgbClr val="000000"/>
                </a:solidFill>
                <a:latin typeface="Arial"/>
              </a:rPr>
              <a:t>Seventh Outline Level</a:t>
            </a:r>
            <a:endParaRPr b="0" lang="fr-FR" sz="1200" spc="-1" strike="noStrike">
              <a:solidFill>
                <a:srgbClr val="000000"/>
              </a:solidFill>
              <a:latin typeface="Arial"/>
            </a:endParaRPr>
          </a:p>
        </p:txBody>
      </p:sp>
      <p:grpSp>
        <p:nvGrpSpPr>
          <p:cNvPr id="247" name="Google Shape;45;p4"/>
          <p:cNvGrpSpPr/>
          <p:nvPr/>
        </p:nvGrpSpPr>
        <p:grpSpPr>
          <a:xfrm>
            <a:off x="-1946520" y="-570240"/>
            <a:ext cx="10978560" cy="5713200"/>
            <a:chOff x="-1946520" y="-570240"/>
            <a:chExt cx="10978560" cy="5713200"/>
          </a:xfrm>
        </p:grpSpPr>
        <p:sp>
          <p:nvSpPr>
            <p:cNvPr id="248" name="Google Shape;46;p4"/>
            <p:cNvSpPr/>
            <p:nvPr/>
          </p:nvSpPr>
          <p:spPr>
            <a:xfrm rot="5400000">
              <a:off x="-1946520" y="2713680"/>
              <a:ext cx="2429280" cy="2428920"/>
            </a:xfrm>
            <a:custGeom>
              <a:avLst/>
              <a:gdLst>
                <a:gd name="textAreaLeft" fmla="*/ 0 w 2429280"/>
                <a:gd name="textAreaRight" fmla="*/ 2429640 w 2429280"/>
                <a:gd name="textAreaTop" fmla="*/ 0 h 2428920"/>
                <a:gd name="textAreaBottom" fmla="*/ 2429280 h 2428920"/>
              </a:gdLst>
              <a:ah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49" name="Google Shape;47;p4"/>
            <p:cNvSpPr/>
            <p:nvPr/>
          </p:nvSpPr>
          <p:spPr>
            <a:xfrm>
              <a:off x="8286120" y="-570240"/>
              <a:ext cx="745920" cy="1305720"/>
            </a:xfrm>
            <a:custGeom>
              <a:avLst/>
              <a:gdLst>
                <a:gd name="textAreaLeft" fmla="*/ 0 w 745920"/>
                <a:gd name="textAreaRight" fmla="*/ 746280 w 745920"/>
                <a:gd name="textAreaTop" fmla="*/ 0 h 1305720"/>
                <a:gd name="textAreaBottom" fmla="*/ 1306080 h 1305720"/>
              </a:gdLst>
              <a:ah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50" name="Google Shape;48;p4"/>
            <p:cNvSpPr/>
            <p:nvPr/>
          </p:nvSpPr>
          <p:spPr>
            <a:xfrm>
              <a:off x="8481600" y="4321440"/>
              <a:ext cx="550440" cy="564480"/>
            </a:xfrm>
            <a:custGeom>
              <a:avLst/>
              <a:gdLst>
                <a:gd name="textAreaLeft" fmla="*/ 0 w 550440"/>
                <a:gd name="textAreaRight" fmla="*/ 550800 w 550440"/>
                <a:gd name="textAreaTop" fmla="*/ 0 h 564480"/>
                <a:gd name="textAreaBottom" fmla="*/ 564840 h 564480"/>
              </a:gdLst>
              <a:ah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ffffff"/>
                </a:solidFill>
                <a:latin typeface="OpenSymbol"/>
              </a:endParaRPr>
            </a:p>
          </p:txBody>
        </p:sp>
      </p:grpSp>
    </p:spTree>
  </p:cSld>
  <p:clrMap bg1="lt1" bg2="lt2" tx1="dk1" tx2="dk2" accent1="accent1" accent2="accent2" accent3="accent3" accent4="accent4" accent5="accent5" accent6="accent6" hlink="hlink" folHlink="folHlink"/>
  <p:sldLayoutIdLst>
    <p:sldLayoutId id="2147483693" r:id="rId6"/>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grpSp>
        <p:nvGrpSpPr>
          <p:cNvPr id="253" name="Google Shape;410;p31"/>
          <p:cNvGrpSpPr/>
          <p:nvPr/>
        </p:nvGrpSpPr>
        <p:grpSpPr>
          <a:xfrm>
            <a:off x="3837240" y="604800"/>
            <a:ext cx="5306400" cy="4524120"/>
            <a:chOff x="3837240" y="604800"/>
            <a:chExt cx="5306400" cy="4524120"/>
          </a:xfrm>
        </p:grpSpPr>
        <p:pic>
          <p:nvPicPr>
            <p:cNvPr id="254" name="Google Shape;411;p31" descr=""/>
            <p:cNvPicPr/>
            <p:nvPr/>
          </p:nvPicPr>
          <p:blipFill>
            <a:blip r:embed="rId2"/>
            <a:srcRect l="5320" t="20041" r="76003" b="10779"/>
            <a:stretch/>
          </p:blipFill>
          <p:spPr>
            <a:xfrm flipH="1" rot="10800000">
              <a:off x="6810840" y="604800"/>
              <a:ext cx="2332800" cy="4524120"/>
            </a:xfrm>
            <a:prstGeom prst="rect">
              <a:avLst/>
            </a:prstGeom>
            <a:ln w="0">
              <a:noFill/>
            </a:ln>
          </p:spPr>
        </p:pic>
        <p:pic>
          <p:nvPicPr>
            <p:cNvPr id="255" name="Google Shape;412;p31" descr=""/>
            <p:cNvPicPr/>
            <p:nvPr/>
          </p:nvPicPr>
          <p:blipFill>
            <a:blip r:embed="rId3"/>
            <a:srcRect l="28192" t="61946" r="22617" b="-2401"/>
            <a:stretch/>
          </p:blipFill>
          <p:spPr>
            <a:xfrm flipH="1" rot="10800000">
              <a:off x="3837240" y="2844720"/>
              <a:ext cx="5306400" cy="2283840"/>
            </a:xfrm>
            <a:prstGeom prst="rect">
              <a:avLst/>
            </a:prstGeom>
            <a:ln w="0">
              <a:noFill/>
            </a:ln>
          </p:spPr>
        </p:pic>
      </p:grpSp>
      <p:grpSp>
        <p:nvGrpSpPr>
          <p:cNvPr id="256" name="Google Shape;413;p31"/>
          <p:cNvGrpSpPr/>
          <p:nvPr/>
        </p:nvGrpSpPr>
        <p:grpSpPr>
          <a:xfrm>
            <a:off x="0" y="-55080"/>
            <a:ext cx="4437720" cy="4165920"/>
            <a:chOff x="0" y="-55080"/>
            <a:chExt cx="4437720" cy="4165920"/>
          </a:xfrm>
        </p:grpSpPr>
        <p:pic>
          <p:nvPicPr>
            <p:cNvPr id="257" name="Google Shape;414;p31" descr=""/>
            <p:cNvPicPr/>
            <p:nvPr/>
          </p:nvPicPr>
          <p:blipFill>
            <a:blip r:embed="rId4"/>
            <a:srcRect l="35370" t="5164" r="21351" b="51348"/>
            <a:stretch/>
          </p:blipFill>
          <p:spPr>
            <a:xfrm flipH="1" rot="10800000">
              <a:off x="0" y="-14040"/>
              <a:ext cx="4437720" cy="2333520"/>
            </a:xfrm>
            <a:prstGeom prst="rect">
              <a:avLst/>
            </a:prstGeom>
            <a:ln w="0">
              <a:noFill/>
            </a:ln>
          </p:spPr>
        </p:pic>
        <p:pic>
          <p:nvPicPr>
            <p:cNvPr id="258" name="Google Shape;415;p31" descr=""/>
            <p:cNvPicPr/>
            <p:nvPr/>
          </p:nvPicPr>
          <p:blipFill>
            <a:blip r:embed="rId5"/>
            <a:srcRect l="0" t="21588" r="76117" b="13746"/>
            <a:stretch/>
          </p:blipFill>
          <p:spPr>
            <a:xfrm flipH="1">
              <a:off x="360" y="-55080"/>
              <a:ext cx="2939040" cy="4165920"/>
            </a:xfrm>
            <a:prstGeom prst="rect">
              <a:avLst/>
            </a:prstGeom>
            <a:ln w="0">
              <a:noFill/>
            </a:ln>
          </p:spPr>
        </p:pic>
      </p:grpSp>
      <p:grpSp>
        <p:nvGrpSpPr>
          <p:cNvPr id="259" name="Google Shape;416;p31"/>
          <p:cNvGrpSpPr/>
          <p:nvPr/>
        </p:nvGrpSpPr>
        <p:grpSpPr>
          <a:xfrm>
            <a:off x="-308520" y="-307800"/>
            <a:ext cx="9012240" cy="5212800"/>
            <a:chOff x="-308520" y="-307800"/>
            <a:chExt cx="9012240" cy="5212800"/>
          </a:xfrm>
        </p:grpSpPr>
        <p:grpSp>
          <p:nvGrpSpPr>
            <p:cNvPr id="260" name="Google Shape;417;p31"/>
            <p:cNvGrpSpPr/>
            <p:nvPr/>
          </p:nvGrpSpPr>
          <p:grpSpPr>
            <a:xfrm>
              <a:off x="437760" y="-307800"/>
              <a:ext cx="8265960" cy="1305720"/>
              <a:chOff x="437760" y="-307800"/>
              <a:chExt cx="8265960" cy="1305720"/>
            </a:xfrm>
          </p:grpSpPr>
          <p:sp>
            <p:nvSpPr>
              <p:cNvPr id="261" name="Google Shape;418;p31"/>
              <p:cNvSpPr/>
              <p:nvPr/>
            </p:nvSpPr>
            <p:spPr>
              <a:xfrm flipV="1">
                <a:off x="7957800" y="-308160"/>
                <a:ext cx="745920" cy="1305720"/>
              </a:xfrm>
              <a:custGeom>
                <a:avLst/>
                <a:gdLst>
                  <a:gd name="textAreaLeft" fmla="*/ 0 w 745920"/>
                  <a:gd name="textAreaRight" fmla="*/ 746280 w 745920"/>
                  <a:gd name="textAreaTop" fmla="*/ -360 h 1305720"/>
                  <a:gd name="textAreaBottom" fmla="*/ 1305720 h 1305720"/>
                </a:gdLst>
                <a:ah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62" name="Google Shape;419;p31"/>
              <p:cNvSpPr/>
              <p:nvPr/>
            </p:nvSpPr>
            <p:spPr>
              <a:xfrm flipV="1">
                <a:off x="437760" y="241920"/>
                <a:ext cx="550440" cy="564480"/>
              </a:xfrm>
              <a:custGeom>
                <a:avLst/>
                <a:gdLst>
                  <a:gd name="textAreaLeft" fmla="*/ 0 w 550440"/>
                  <a:gd name="textAreaRight" fmla="*/ 550800 w 550440"/>
                  <a:gd name="textAreaTop" fmla="*/ 360 h 564480"/>
                  <a:gd name="textAreaBottom" fmla="*/ 565200 h 564480"/>
                </a:gdLst>
                <a:ah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ffffff"/>
                  </a:solidFill>
                  <a:latin typeface="OpenSymbol"/>
                </a:endParaRPr>
              </a:p>
            </p:txBody>
          </p:sp>
        </p:grpSp>
        <p:sp>
          <p:nvSpPr>
            <p:cNvPr id="263" name="Google Shape;420;p31"/>
            <p:cNvSpPr/>
            <p:nvPr/>
          </p:nvSpPr>
          <p:spPr>
            <a:xfrm>
              <a:off x="-308520" y="3886920"/>
              <a:ext cx="1021320" cy="1018080"/>
            </a:xfrm>
            <a:custGeom>
              <a:avLst/>
              <a:gdLst>
                <a:gd name="textAreaLeft" fmla="*/ 0 w 1021320"/>
                <a:gd name="textAreaRight" fmla="*/ 1021680 w 1021320"/>
                <a:gd name="textAreaTop" fmla="*/ 0 h 1018080"/>
                <a:gd name="textAreaBottom" fmla="*/ 1018440 h 1018080"/>
              </a:gdLst>
              <a:ahLst/>
              <a:rect l="textAreaLeft" t="textAreaTop" r="textAreaRight" b="textAreaBottom"/>
              <a:pathLst>
                <a:path w="52484" h="52327">
                  <a:moveTo>
                    <a:pt x="23885" y="79"/>
                  </a:moveTo>
                  <a:lnTo>
                    <a:pt x="22706" y="158"/>
                  </a:lnTo>
                  <a:lnTo>
                    <a:pt x="24435" y="16500"/>
                  </a:lnTo>
                  <a:lnTo>
                    <a:pt x="25613" y="16421"/>
                  </a:lnTo>
                  <a:lnTo>
                    <a:pt x="23885" y="79"/>
                  </a:lnTo>
                  <a:close/>
                  <a:moveTo>
                    <a:pt x="28206" y="1"/>
                  </a:moveTo>
                  <a:lnTo>
                    <a:pt x="26477" y="16343"/>
                  </a:lnTo>
                  <a:lnTo>
                    <a:pt x="27735" y="16500"/>
                  </a:lnTo>
                  <a:lnTo>
                    <a:pt x="29463" y="158"/>
                  </a:lnTo>
                  <a:lnTo>
                    <a:pt x="28206" y="1"/>
                  </a:lnTo>
                  <a:close/>
                  <a:moveTo>
                    <a:pt x="33549" y="944"/>
                  </a:moveTo>
                  <a:lnTo>
                    <a:pt x="28520" y="16657"/>
                  </a:lnTo>
                  <a:lnTo>
                    <a:pt x="29699" y="16971"/>
                  </a:lnTo>
                  <a:lnTo>
                    <a:pt x="34727" y="1336"/>
                  </a:lnTo>
                  <a:lnTo>
                    <a:pt x="33549" y="944"/>
                  </a:lnTo>
                  <a:close/>
                  <a:moveTo>
                    <a:pt x="18542" y="1101"/>
                  </a:moveTo>
                  <a:lnTo>
                    <a:pt x="17364" y="1494"/>
                  </a:lnTo>
                  <a:lnTo>
                    <a:pt x="22470" y="17207"/>
                  </a:lnTo>
                  <a:lnTo>
                    <a:pt x="23649" y="16814"/>
                  </a:lnTo>
                  <a:lnTo>
                    <a:pt x="18542" y="1101"/>
                  </a:lnTo>
                  <a:close/>
                  <a:moveTo>
                    <a:pt x="38655" y="3065"/>
                  </a:moveTo>
                  <a:lnTo>
                    <a:pt x="30406" y="17286"/>
                  </a:lnTo>
                  <a:lnTo>
                    <a:pt x="31506" y="17914"/>
                  </a:lnTo>
                  <a:lnTo>
                    <a:pt x="39755" y="3693"/>
                  </a:lnTo>
                  <a:lnTo>
                    <a:pt x="38655" y="3065"/>
                  </a:lnTo>
                  <a:close/>
                  <a:moveTo>
                    <a:pt x="13514" y="3301"/>
                  </a:moveTo>
                  <a:lnTo>
                    <a:pt x="12414" y="3851"/>
                  </a:lnTo>
                  <a:lnTo>
                    <a:pt x="20585" y="18150"/>
                  </a:lnTo>
                  <a:lnTo>
                    <a:pt x="21685" y="17521"/>
                  </a:lnTo>
                  <a:lnTo>
                    <a:pt x="13514" y="3301"/>
                  </a:lnTo>
                  <a:close/>
                  <a:moveTo>
                    <a:pt x="43212" y="6129"/>
                  </a:moveTo>
                  <a:lnTo>
                    <a:pt x="32213" y="18386"/>
                  </a:lnTo>
                  <a:lnTo>
                    <a:pt x="33077" y="19171"/>
                  </a:lnTo>
                  <a:lnTo>
                    <a:pt x="44155" y="6993"/>
                  </a:lnTo>
                  <a:lnTo>
                    <a:pt x="43212" y="6129"/>
                  </a:lnTo>
                  <a:close/>
                  <a:moveTo>
                    <a:pt x="8957" y="6443"/>
                  </a:moveTo>
                  <a:lnTo>
                    <a:pt x="8014" y="7229"/>
                  </a:lnTo>
                  <a:lnTo>
                    <a:pt x="19092" y="19486"/>
                  </a:lnTo>
                  <a:lnTo>
                    <a:pt x="20035" y="18621"/>
                  </a:lnTo>
                  <a:lnTo>
                    <a:pt x="8957" y="6443"/>
                  </a:lnTo>
                  <a:close/>
                  <a:moveTo>
                    <a:pt x="46984" y="10136"/>
                  </a:moveTo>
                  <a:lnTo>
                    <a:pt x="33706" y="19721"/>
                  </a:lnTo>
                  <a:lnTo>
                    <a:pt x="34413" y="20743"/>
                  </a:lnTo>
                  <a:lnTo>
                    <a:pt x="47769" y="11079"/>
                  </a:lnTo>
                  <a:lnTo>
                    <a:pt x="46984" y="10136"/>
                  </a:lnTo>
                  <a:close/>
                  <a:moveTo>
                    <a:pt x="5264" y="10450"/>
                  </a:moveTo>
                  <a:lnTo>
                    <a:pt x="4479" y="11393"/>
                  </a:lnTo>
                  <a:lnTo>
                    <a:pt x="17835" y="21135"/>
                  </a:lnTo>
                  <a:lnTo>
                    <a:pt x="18542" y="20114"/>
                  </a:lnTo>
                  <a:lnTo>
                    <a:pt x="5264" y="10450"/>
                  </a:lnTo>
                  <a:close/>
                  <a:moveTo>
                    <a:pt x="49891" y="14771"/>
                  </a:moveTo>
                  <a:lnTo>
                    <a:pt x="34884" y="21450"/>
                  </a:lnTo>
                  <a:lnTo>
                    <a:pt x="35356" y="22628"/>
                  </a:lnTo>
                  <a:lnTo>
                    <a:pt x="50441" y="15871"/>
                  </a:lnTo>
                  <a:lnTo>
                    <a:pt x="49891" y="14771"/>
                  </a:lnTo>
                  <a:close/>
                  <a:moveTo>
                    <a:pt x="2436" y="15164"/>
                  </a:moveTo>
                  <a:lnTo>
                    <a:pt x="1964" y="16264"/>
                  </a:lnTo>
                  <a:lnTo>
                    <a:pt x="16971" y="22942"/>
                  </a:lnTo>
                  <a:lnTo>
                    <a:pt x="17442" y="21843"/>
                  </a:lnTo>
                  <a:lnTo>
                    <a:pt x="2436" y="15164"/>
                  </a:lnTo>
                  <a:close/>
                  <a:moveTo>
                    <a:pt x="51776" y="19878"/>
                  </a:moveTo>
                  <a:lnTo>
                    <a:pt x="35670" y="23335"/>
                  </a:lnTo>
                  <a:lnTo>
                    <a:pt x="35906" y="24592"/>
                  </a:lnTo>
                  <a:lnTo>
                    <a:pt x="52012" y="21135"/>
                  </a:lnTo>
                  <a:lnTo>
                    <a:pt x="51776" y="19878"/>
                  </a:lnTo>
                  <a:close/>
                  <a:moveTo>
                    <a:pt x="629" y="20350"/>
                  </a:moveTo>
                  <a:lnTo>
                    <a:pt x="393" y="21528"/>
                  </a:lnTo>
                  <a:lnTo>
                    <a:pt x="16499" y="24985"/>
                  </a:lnTo>
                  <a:lnTo>
                    <a:pt x="16814" y="23728"/>
                  </a:lnTo>
                  <a:lnTo>
                    <a:pt x="629" y="20350"/>
                  </a:lnTo>
                  <a:close/>
                  <a:moveTo>
                    <a:pt x="36063" y="25300"/>
                  </a:moveTo>
                  <a:lnTo>
                    <a:pt x="36063" y="26635"/>
                  </a:lnTo>
                  <a:lnTo>
                    <a:pt x="52483" y="26635"/>
                  </a:lnTo>
                  <a:lnTo>
                    <a:pt x="52483" y="25378"/>
                  </a:lnTo>
                  <a:lnTo>
                    <a:pt x="36063" y="25300"/>
                  </a:lnTo>
                  <a:close/>
                  <a:moveTo>
                    <a:pt x="0" y="25771"/>
                  </a:moveTo>
                  <a:lnTo>
                    <a:pt x="0" y="27028"/>
                  </a:lnTo>
                  <a:lnTo>
                    <a:pt x="16421" y="27028"/>
                  </a:lnTo>
                  <a:lnTo>
                    <a:pt x="16499" y="25771"/>
                  </a:lnTo>
                  <a:close/>
                  <a:moveTo>
                    <a:pt x="35984" y="27421"/>
                  </a:moveTo>
                  <a:lnTo>
                    <a:pt x="35748" y="28599"/>
                  </a:lnTo>
                  <a:lnTo>
                    <a:pt x="51855" y="32056"/>
                  </a:lnTo>
                  <a:lnTo>
                    <a:pt x="52090" y="30799"/>
                  </a:lnTo>
                  <a:lnTo>
                    <a:pt x="35984" y="27421"/>
                  </a:lnTo>
                  <a:close/>
                  <a:moveTo>
                    <a:pt x="16578" y="27814"/>
                  </a:moveTo>
                  <a:lnTo>
                    <a:pt x="472" y="31192"/>
                  </a:lnTo>
                  <a:lnTo>
                    <a:pt x="707" y="32449"/>
                  </a:lnTo>
                  <a:lnTo>
                    <a:pt x="16814" y="28992"/>
                  </a:lnTo>
                  <a:lnTo>
                    <a:pt x="16578" y="27814"/>
                  </a:lnTo>
                  <a:close/>
                  <a:moveTo>
                    <a:pt x="35513" y="29385"/>
                  </a:moveTo>
                  <a:lnTo>
                    <a:pt x="35041" y="30485"/>
                  </a:lnTo>
                  <a:lnTo>
                    <a:pt x="50048" y="37242"/>
                  </a:lnTo>
                  <a:lnTo>
                    <a:pt x="50598" y="36063"/>
                  </a:lnTo>
                  <a:lnTo>
                    <a:pt x="35513" y="29385"/>
                  </a:lnTo>
                  <a:close/>
                  <a:moveTo>
                    <a:pt x="17128" y="29778"/>
                  </a:moveTo>
                  <a:lnTo>
                    <a:pt x="2122" y="36456"/>
                  </a:lnTo>
                  <a:lnTo>
                    <a:pt x="2593" y="37556"/>
                  </a:lnTo>
                  <a:lnTo>
                    <a:pt x="17678" y="30956"/>
                  </a:lnTo>
                  <a:lnTo>
                    <a:pt x="17128" y="29778"/>
                  </a:lnTo>
                  <a:close/>
                  <a:moveTo>
                    <a:pt x="34648" y="31271"/>
                  </a:moveTo>
                  <a:lnTo>
                    <a:pt x="33863" y="32292"/>
                  </a:lnTo>
                  <a:lnTo>
                    <a:pt x="47219" y="41956"/>
                  </a:lnTo>
                  <a:lnTo>
                    <a:pt x="47926" y="40934"/>
                  </a:lnTo>
                  <a:lnTo>
                    <a:pt x="34648" y="31271"/>
                  </a:lnTo>
                  <a:close/>
                  <a:moveTo>
                    <a:pt x="18149" y="31585"/>
                  </a:moveTo>
                  <a:lnTo>
                    <a:pt x="4714" y="41249"/>
                  </a:lnTo>
                  <a:lnTo>
                    <a:pt x="5500" y="42270"/>
                  </a:lnTo>
                  <a:lnTo>
                    <a:pt x="18778" y="32528"/>
                  </a:lnTo>
                  <a:lnTo>
                    <a:pt x="18149" y="31585"/>
                  </a:lnTo>
                  <a:close/>
                  <a:moveTo>
                    <a:pt x="33470" y="32921"/>
                  </a:moveTo>
                  <a:lnTo>
                    <a:pt x="32449" y="33706"/>
                  </a:lnTo>
                  <a:lnTo>
                    <a:pt x="43527" y="45963"/>
                  </a:lnTo>
                  <a:lnTo>
                    <a:pt x="44469" y="45099"/>
                  </a:lnTo>
                  <a:lnTo>
                    <a:pt x="33470" y="32921"/>
                  </a:lnTo>
                  <a:close/>
                  <a:moveTo>
                    <a:pt x="19406" y="33156"/>
                  </a:moveTo>
                  <a:lnTo>
                    <a:pt x="8328" y="45413"/>
                  </a:lnTo>
                  <a:lnTo>
                    <a:pt x="9271" y="46198"/>
                  </a:lnTo>
                  <a:lnTo>
                    <a:pt x="20349" y="34021"/>
                  </a:lnTo>
                  <a:lnTo>
                    <a:pt x="19406" y="33156"/>
                  </a:lnTo>
                  <a:close/>
                  <a:moveTo>
                    <a:pt x="31899" y="34256"/>
                  </a:moveTo>
                  <a:lnTo>
                    <a:pt x="30799" y="34885"/>
                  </a:lnTo>
                  <a:lnTo>
                    <a:pt x="39048" y="49105"/>
                  </a:lnTo>
                  <a:lnTo>
                    <a:pt x="40148" y="48477"/>
                  </a:lnTo>
                  <a:lnTo>
                    <a:pt x="31899" y="34256"/>
                  </a:lnTo>
                  <a:close/>
                  <a:moveTo>
                    <a:pt x="20978" y="34413"/>
                  </a:moveTo>
                  <a:lnTo>
                    <a:pt x="12728" y="48713"/>
                  </a:lnTo>
                  <a:lnTo>
                    <a:pt x="13828" y="49341"/>
                  </a:lnTo>
                  <a:lnTo>
                    <a:pt x="22078" y="35042"/>
                  </a:lnTo>
                  <a:lnTo>
                    <a:pt x="20978" y="34413"/>
                  </a:lnTo>
                  <a:close/>
                  <a:moveTo>
                    <a:pt x="30092" y="35199"/>
                  </a:moveTo>
                  <a:lnTo>
                    <a:pt x="28834" y="35592"/>
                  </a:lnTo>
                  <a:lnTo>
                    <a:pt x="33941" y="51227"/>
                  </a:lnTo>
                  <a:lnTo>
                    <a:pt x="35120" y="50834"/>
                  </a:lnTo>
                  <a:lnTo>
                    <a:pt x="30092" y="35199"/>
                  </a:lnTo>
                  <a:close/>
                  <a:moveTo>
                    <a:pt x="22863" y="35356"/>
                  </a:moveTo>
                  <a:lnTo>
                    <a:pt x="17756" y="50991"/>
                  </a:lnTo>
                  <a:lnTo>
                    <a:pt x="18935" y="51384"/>
                  </a:lnTo>
                  <a:lnTo>
                    <a:pt x="24042" y="35749"/>
                  </a:lnTo>
                  <a:lnTo>
                    <a:pt x="22863" y="35356"/>
                  </a:lnTo>
                  <a:close/>
                  <a:moveTo>
                    <a:pt x="24828" y="35828"/>
                  </a:moveTo>
                  <a:lnTo>
                    <a:pt x="23099" y="52248"/>
                  </a:lnTo>
                  <a:lnTo>
                    <a:pt x="24356" y="52327"/>
                  </a:lnTo>
                  <a:lnTo>
                    <a:pt x="26085" y="35985"/>
                  </a:lnTo>
                  <a:lnTo>
                    <a:pt x="24828" y="35828"/>
                  </a:lnTo>
                  <a:close/>
                  <a:moveTo>
                    <a:pt x="28127" y="35828"/>
                  </a:moveTo>
                  <a:lnTo>
                    <a:pt x="26870" y="35906"/>
                  </a:lnTo>
                  <a:lnTo>
                    <a:pt x="28599" y="52327"/>
                  </a:lnTo>
                  <a:lnTo>
                    <a:pt x="29856" y="52170"/>
                  </a:lnTo>
                  <a:lnTo>
                    <a:pt x="28127" y="35828"/>
                  </a:ln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264" name="Google Shape;421;p31"/>
          <p:cNvGrpSpPr/>
          <p:nvPr/>
        </p:nvGrpSpPr>
        <p:grpSpPr>
          <a:xfrm>
            <a:off x="7668360" y="3984120"/>
            <a:ext cx="1159200" cy="793080"/>
            <a:chOff x="7668360" y="3984120"/>
            <a:chExt cx="1159200" cy="793080"/>
          </a:xfrm>
        </p:grpSpPr>
        <p:cxnSp>
          <p:nvCxnSpPr>
            <p:cNvPr id="265" name="Google Shape;422;p31"/>
            <p:cNvCxnSpPr/>
            <p:nvPr/>
          </p:nvCxnSpPr>
          <p:spPr>
            <a:xfrm>
              <a:off x="7668360" y="4100040"/>
              <a:ext cx="1159560" cy="677520"/>
            </a:xfrm>
            <a:prstGeom prst="straightConnector1">
              <a:avLst/>
            </a:prstGeom>
            <a:ln w="38100">
              <a:solidFill>
                <a:srgbClr val="7e4fcf"/>
              </a:solidFill>
              <a:round/>
            </a:ln>
          </p:spPr>
        </p:cxnSp>
        <p:cxnSp>
          <p:nvCxnSpPr>
            <p:cNvPr id="266" name="Google Shape;423;p31"/>
            <p:cNvCxnSpPr/>
            <p:nvPr/>
          </p:nvCxnSpPr>
          <p:spPr>
            <a:xfrm>
              <a:off x="7678080" y="4111560"/>
              <a:ext cx="115560" cy="394200"/>
            </a:xfrm>
            <a:prstGeom prst="straightConnector1">
              <a:avLst/>
            </a:prstGeom>
            <a:ln w="38100">
              <a:solidFill>
                <a:srgbClr val="7e4fcf"/>
              </a:solidFill>
              <a:round/>
            </a:ln>
          </p:spPr>
        </p:cxnSp>
        <p:cxnSp>
          <p:nvCxnSpPr>
            <p:cNvPr id="267" name="Google Shape;424;p31"/>
            <p:cNvCxnSpPr/>
            <p:nvPr/>
          </p:nvCxnSpPr>
          <p:spPr>
            <a:xfrm flipV="1">
              <a:off x="7683480" y="3984120"/>
              <a:ext cx="417240" cy="118800"/>
            </a:xfrm>
            <a:prstGeom prst="straightConnector1">
              <a:avLst/>
            </a:prstGeom>
            <a:ln w="38100">
              <a:solidFill>
                <a:srgbClr val="7e4fcf"/>
              </a:solidFill>
              <a:round/>
            </a:ln>
          </p:spPr>
        </p:cxnSp>
      </p:grpSp>
    </p:spTree>
  </p:cSld>
  <p:clrMap bg1="lt1" bg2="lt2" tx1="dk1" tx2="dk2" accent1="accent1" accent2="accent2" accent3="accent3" accent4="accent4" accent5="accent5" accent6="accent6" hlink="hlink" folHlink="folHlink"/>
  <p:sldLayoutIdLst>
    <p:sldLayoutId id="2147483695" r:id="rId6"/>
  </p:sldLayoutIdLst>
</p:sldMaster>
</file>

<file path=ppt/slideMasters/slideMaster2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grpSp>
        <p:nvGrpSpPr>
          <p:cNvPr id="268" name="Google Shape;50;p5"/>
          <p:cNvGrpSpPr/>
          <p:nvPr/>
        </p:nvGrpSpPr>
        <p:grpSpPr>
          <a:xfrm>
            <a:off x="360" y="360"/>
            <a:ext cx="9143280" cy="5183640"/>
            <a:chOff x="360" y="360"/>
            <a:chExt cx="9143280" cy="5183640"/>
          </a:xfrm>
        </p:grpSpPr>
        <p:grpSp>
          <p:nvGrpSpPr>
            <p:cNvPr id="269" name="Google Shape;51;p5"/>
            <p:cNvGrpSpPr/>
            <p:nvPr/>
          </p:nvGrpSpPr>
          <p:grpSpPr>
            <a:xfrm>
              <a:off x="6413040" y="360"/>
              <a:ext cx="2730600" cy="5143320"/>
              <a:chOff x="6413040" y="360"/>
              <a:chExt cx="2730600" cy="5143320"/>
            </a:xfrm>
          </p:grpSpPr>
          <p:pic>
            <p:nvPicPr>
              <p:cNvPr id="270" name="Google Shape;52;p5" descr=""/>
              <p:cNvPicPr/>
              <p:nvPr/>
            </p:nvPicPr>
            <p:blipFill>
              <a:blip r:embed="rId2"/>
              <a:srcRect l="0" t="24398" r="79395" b="13379"/>
              <a:stretch/>
            </p:blipFill>
            <p:spPr>
              <a:xfrm flipH="1" rot="10800000">
                <a:off x="6569640" y="360"/>
                <a:ext cx="2574000" cy="4069080"/>
              </a:xfrm>
              <a:prstGeom prst="rect">
                <a:avLst/>
              </a:prstGeom>
              <a:ln w="0">
                <a:noFill/>
              </a:ln>
            </p:spPr>
          </p:pic>
          <p:pic>
            <p:nvPicPr>
              <p:cNvPr id="271" name="Google Shape;53;p5" descr=""/>
              <p:cNvPicPr/>
              <p:nvPr/>
            </p:nvPicPr>
            <p:blipFill>
              <a:blip r:embed="rId3"/>
              <a:srcRect l="18441" t="35658" r="56236" b="-7734"/>
              <a:stretch/>
            </p:blipFill>
            <p:spPr>
              <a:xfrm flipH="1" rot="10800000">
                <a:off x="6413040" y="1074600"/>
                <a:ext cx="2730600" cy="4069080"/>
              </a:xfrm>
              <a:prstGeom prst="rect">
                <a:avLst/>
              </a:prstGeom>
              <a:ln w="0">
                <a:noFill/>
              </a:ln>
            </p:spPr>
          </p:pic>
        </p:grpSp>
        <p:grpSp>
          <p:nvGrpSpPr>
            <p:cNvPr id="272" name="Google Shape;54;p5"/>
            <p:cNvGrpSpPr/>
            <p:nvPr/>
          </p:nvGrpSpPr>
          <p:grpSpPr>
            <a:xfrm>
              <a:off x="360" y="1018080"/>
              <a:ext cx="6411960" cy="4165920"/>
              <a:chOff x="360" y="1018080"/>
              <a:chExt cx="6411960" cy="4165920"/>
            </a:xfrm>
          </p:grpSpPr>
          <p:pic>
            <p:nvPicPr>
              <p:cNvPr id="273" name="Google Shape;55;p5" descr=""/>
              <p:cNvPicPr/>
              <p:nvPr/>
            </p:nvPicPr>
            <p:blipFill>
              <a:blip r:embed="rId4"/>
              <a:srcRect l="23950" t="-9166" r="32769" b="65678"/>
              <a:stretch/>
            </p:blipFill>
            <p:spPr>
              <a:xfrm>
                <a:off x="1974600" y="2837520"/>
                <a:ext cx="4437720" cy="2333520"/>
              </a:xfrm>
              <a:prstGeom prst="rect">
                <a:avLst/>
              </a:prstGeom>
              <a:ln w="0">
                <a:noFill/>
              </a:ln>
            </p:spPr>
          </p:pic>
          <p:pic>
            <p:nvPicPr>
              <p:cNvPr id="274" name="Google Shape;56;p5" descr=""/>
              <p:cNvPicPr/>
              <p:nvPr/>
            </p:nvPicPr>
            <p:blipFill>
              <a:blip r:embed="rId5"/>
              <a:srcRect l="-7178" t="31024" r="83294" b="4303"/>
              <a:stretch/>
            </p:blipFill>
            <p:spPr>
              <a:xfrm rot="10800000">
                <a:off x="360" y="1018080"/>
                <a:ext cx="2939040" cy="4165920"/>
              </a:xfrm>
              <a:prstGeom prst="rect">
                <a:avLst/>
              </a:prstGeom>
              <a:ln w="0">
                <a:noFill/>
              </a:ln>
            </p:spPr>
          </p:pic>
        </p:grpSp>
      </p:grpSp>
      <p:grpSp>
        <p:nvGrpSpPr>
          <p:cNvPr id="275" name="Google Shape;57;p5"/>
          <p:cNvGrpSpPr/>
          <p:nvPr/>
        </p:nvGrpSpPr>
        <p:grpSpPr>
          <a:xfrm>
            <a:off x="-1811520" y="114120"/>
            <a:ext cx="7156080" cy="4943520"/>
            <a:chOff x="-1811520" y="114120"/>
            <a:chExt cx="7156080" cy="4943520"/>
          </a:xfrm>
        </p:grpSpPr>
        <p:sp>
          <p:nvSpPr>
            <p:cNvPr id="276" name="Google Shape;58;p5"/>
            <p:cNvSpPr/>
            <p:nvPr/>
          </p:nvSpPr>
          <p:spPr>
            <a:xfrm>
              <a:off x="3799440" y="4707360"/>
              <a:ext cx="1545120" cy="350280"/>
            </a:xfrm>
            <a:custGeom>
              <a:avLst/>
              <a:gdLst>
                <a:gd name="textAreaLeft" fmla="*/ 0 w 1545120"/>
                <a:gd name="textAreaRight" fmla="*/ 1545480 w 1545120"/>
                <a:gd name="textAreaTop" fmla="*/ 0 h 350280"/>
                <a:gd name="textAreaBottom" fmla="*/ 350640 h 350280"/>
              </a:gdLst>
              <a:ah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ffffff"/>
                </a:solidFill>
                <a:latin typeface="OpenSymbol"/>
              </a:endParaRPr>
            </a:p>
          </p:txBody>
        </p:sp>
        <p:sp>
          <p:nvSpPr>
            <p:cNvPr id="277" name="Google Shape;59;p5"/>
            <p:cNvSpPr/>
            <p:nvPr/>
          </p:nvSpPr>
          <p:spPr>
            <a:xfrm rot="5400000">
              <a:off x="-1811520" y="114120"/>
              <a:ext cx="2429280" cy="2428920"/>
            </a:xfrm>
            <a:custGeom>
              <a:avLst/>
              <a:gdLst>
                <a:gd name="textAreaLeft" fmla="*/ 0 w 2429280"/>
                <a:gd name="textAreaRight" fmla="*/ 2429640 w 2429280"/>
                <a:gd name="textAreaTop" fmla="*/ 0 h 2428920"/>
                <a:gd name="textAreaBottom" fmla="*/ 2429280 h 2428920"/>
              </a:gdLst>
              <a:ah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278"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900" spc="-1" strike="noStrike">
                <a:solidFill>
                  <a:schemeClr val="dk1"/>
                </a:solidFill>
                <a:latin typeface="Arial"/>
              </a:rPr>
              <a:t>Click to edit the title text format</a:t>
            </a:r>
            <a:endParaRPr b="0" lang="fr-FR" sz="29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97" r:id="rId6"/>
  </p:sldLayoutIdLst>
</p:sldMaster>
</file>

<file path=ppt/slideMasters/slideMaster2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grpSp>
        <p:nvGrpSpPr>
          <p:cNvPr id="282" name="Google Shape;66;p6"/>
          <p:cNvGrpSpPr/>
          <p:nvPr/>
        </p:nvGrpSpPr>
        <p:grpSpPr>
          <a:xfrm>
            <a:off x="0" y="0"/>
            <a:ext cx="9143640" cy="5184000"/>
            <a:chOff x="0" y="0"/>
            <a:chExt cx="9143640" cy="5184000"/>
          </a:xfrm>
        </p:grpSpPr>
        <p:grpSp>
          <p:nvGrpSpPr>
            <p:cNvPr id="283" name="Google Shape;67;p6"/>
            <p:cNvGrpSpPr/>
            <p:nvPr/>
          </p:nvGrpSpPr>
          <p:grpSpPr>
            <a:xfrm>
              <a:off x="2674080" y="0"/>
              <a:ext cx="6469560" cy="2171880"/>
              <a:chOff x="2674080" y="0"/>
              <a:chExt cx="6469560" cy="2171880"/>
            </a:xfrm>
          </p:grpSpPr>
          <p:pic>
            <p:nvPicPr>
              <p:cNvPr id="284" name="Google Shape;68;p6" descr=""/>
              <p:cNvPicPr/>
              <p:nvPr/>
            </p:nvPicPr>
            <p:blipFill>
              <a:blip r:embed="rId2"/>
              <a:srcRect l="7150" t="55778" r="54598" b="11001"/>
              <a:stretch/>
            </p:blipFill>
            <p:spPr>
              <a:xfrm>
                <a:off x="2674080" y="0"/>
                <a:ext cx="4780080" cy="2171880"/>
              </a:xfrm>
              <a:prstGeom prst="rect">
                <a:avLst/>
              </a:prstGeom>
              <a:ln w="0">
                <a:noFill/>
              </a:ln>
            </p:spPr>
          </p:pic>
          <p:pic>
            <p:nvPicPr>
              <p:cNvPr id="285" name="Google Shape;69;p6" descr=""/>
              <p:cNvPicPr/>
              <p:nvPr/>
            </p:nvPicPr>
            <p:blipFill>
              <a:blip r:embed="rId3"/>
              <a:srcRect l="22791" t="61038" r="30983" b="7330"/>
              <a:stretch/>
            </p:blipFill>
            <p:spPr>
              <a:xfrm>
                <a:off x="4157280" y="0"/>
                <a:ext cx="4986360" cy="1785240"/>
              </a:xfrm>
              <a:prstGeom prst="rect">
                <a:avLst/>
              </a:prstGeom>
              <a:ln w="0">
                <a:noFill/>
              </a:ln>
            </p:spPr>
          </p:pic>
        </p:grpSp>
        <p:grpSp>
          <p:nvGrpSpPr>
            <p:cNvPr id="286" name="Google Shape;70;p6"/>
            <p:cNvGrpSpPr/>
            <p:nvPr/>
          </p:nvGrpSpPr>
          <p:grpSpPr>
            <a:xfrm>
              <a:off x="0" y="1018080"/>
              <a:ext cx="4437720" cy="4165920"/>
              <a:chOff x="0" y="1018080"/>
              <a:chExt cx="4437720" cy="4165920"/>
            </a:xfrm>
          </p:grpSpPr>
          <p:pic>
            <p:nvPicPr>
              <p:cNvPr id="287" name="Google Shape;71;p6" descr=""/>
              <p:cNvPicPr/>
              <p:nvPr/>
            </p:nvPicPr>
            <p:blipFill>
              <a:blip r:embed="rId4"/>
              <a:srcRect l="36970" t="-1818" r="19751" b="58329"/>
              <a:stretch/>
            </p:blipFill>
            <p:spPr>
              <a:xfrm>
                <a:off x="0" y="2809440"/>
                <a:ext cx="4437720" cy="2333520"/>
              </a:xfrm>
              <a:prstGeom prst="rect">
                <a:avLst/>
              </a:prstGeom>
              <a:ln w="0">
                <a:noFill/>
              </a:ln>
            </p:spPr>
          </p:pic>
          <p:pic>
            <p:nvPicPr>
              <p:cNvPr id="288" name="Google Shape;72;p6" descr=""/>
              <p:cNvPicPr/>
              <p:nvPr/>
            </p:nvPicPr>
            <p:blipFill>
              <a:blip r:embed="rId5"/>
              <a:srcRect l="-2472" t="21407" r="78589" b="13926"/>
              <a:stretch/>
            </p:blipFill>
            <p:spPr>
              <a:xfrm rot="10800000">
                <a:off x="360" y="1018080"/>
                <a:ext cx="2939040" cy="4165920"/>
              </a:xfrm>
              <a:prstGeom prst="rect">
                <a:avLst/>
              </a:prstGeom>
              <a:ln w="0">
                <a:noFill/>
              </a:ln>
            </p:spPr>
          </p:pic>
        </p:grpSp>
      </p:grpSp>
      <p:sp>
        <p:nvSpPr>
          <p:cNvPr id="289"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900" spc="-1" strike="noStrike">
                <a:solidFill>
                  <a:schemeClr val="dk1"/>
                </a:solidFill>
                <a:latin typeface="Arial"/>
              </a:rPr>
              <a:t>Click to edit the title text format</a:t>
            </a:r>
            <a:endParaRPr b="0" lang="fr-FR" sz="2900" spc="-1" strike="noStrike">
              <a:solidFill>
                <a:schemeClr val="dk1"/>
              </a:solidFill>
              <a:latin typeface="Arial"/>
            </a:endParaRPr>
          </a:p>
        </p:txBody>
      </p:sp>
      <p:grpSp>
        <p:nvGrpSpPr>
          <p:cNvPr id="290" name="Google Shape;74;p6"/>
          <p:cNvGrpSpPr/>
          <p:nvPr/>
        </p:nvGrpSpPr>
        <p:grpSpPr>
          <a:xfrm>
            <a:off x="-280080" y="257040"/>
            <a:ext cx="9815400" cy="4780440"/>
            <a:chOff x="-280080" y="257040"/>
            <a:chExt cx="9815400" cy="4780440"/>
          </a:xfrm>
        </p:grpSpPr>
        <p:sp>
          <p:nvSpPr>
            <p:cNvPr id="291" name="Google Shape;75;p6"/>
            <p:cNvSpPr/>
            <p:nvPr/>
          </p:nvSpPr>
          <p:spPr>
            <a:xfrm>
              <a:off x="-280080" y="3731760"/>
              <a:ext cx="745920" cy="1305720"/>
            </a:xfrm>
            <a:custGeom>
              <a:avLst/>
              <a:gdLst>
                <a:gd name="textAreaLeft" fmla="*/ 0 w 745920"/>
                <a:gd name="textAreaRight" fmla="*/ 746280 w 745920"/>
                <a:gd name="textAreaTop" fmla="*/ 0 h 1305720"/>
                <a:gd name="textAreaBottom" fmla="*/ 1306080 h 1305720"/>
              </a:gdLst>
              <a:ah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92" name="Google Shape;76;p6"/>
            <p:cNvSpPr/>
            <p:nvPr/>
          </p:nvSpPr>
          <p:spPr>
            <a:xfrm>
              <a:off x="8514000" y="3875400"/>
              <a:ext cx="1021320" cy="1018080"/>
            </a:xfrm>
            <a:custGeom>
              <a:avLst/>
              <a:gdLst>
                <a:gd name="textAreaLeft" fmla="*/ 0 w 1021320"/>
                <a:gd name="textAreaRight" fmla="*/ 1021680 w 1021320"/>
                <a:gd name="textAreaTop" fmla="*/ 0 h 1018080"/>
                <a:gd name="textAreaBottom" fmla="*/ 1018440 h 1018080"/>
              </a:gdLst>
              <a:ahLst/>
              <a:rect l="textAreaLeft" t="textAreaTop" r="textAreaRight" b="textAreaBottom"/>
              <a:pathLst>
                <a:path w="52484" h="52327">
                  <a:moveTo>
                    <a:pt x="23885" y="79"/>
                  </a:moveTo>
                  <a:lnTo>
                    <a:pt x="22706" y="158"/>
                  </a:lnTo>
                  <a:lnTo>
                    <a:pt x="24435" y="16500"/>
                  </a:lnTo>
                  <a:lnTo>
                    <a:pt x="25613" y="16421"/>
                  </a:lnTo>
                  <a:lnTo>
                    <a:pt x="23885" y="79"/>
                  </a:lnTo>
                  <a:close/>
                  <a:moveTo>
                    <a:pt x="28206" y="1"/>
                  </a:moveTo>
                  <a:lnTo>
                    <a:pt x="26477" y="16343"/>
                  </a:lnTo>
                  <a:lnTo>
                    <a:pt x="27735" y="16500"/>
                  </a:lnTo>
                  <a:lnTo>
                    <a:pt x="29463" y="158"/>
                  </a:lnTo>
                  <a:lnTo>
                    <a:pt x="28206" y="1"/>
                  </a:lnTo>
                  <a:close/>
                  <a:moveTo>
                    <a:pt x="33549" y="944"/>
                  </a:moveTo>
                  <a:lnTo>
                    <a:pt x="28520" y="16657"/>
                  </a:lnTo>
                  <a:lnTo>
                    <a:pt x="29699" y="16971"/>
                  </a:lnTo>
                  <a:lnTo>
                    <a:pt x="34727" y="1336"/>
                  </a:lnTo>
                  <a:lnTo>
                    <a:pt x="33549" y="944"/>
                  </a:lnTo>
                  <a:close/>
                  <a:moveTo>
                    <a:pt x="18542" y="1101"/>
                  </a:moveTo>
                  <a:lnTo>
                    <a:pt x="17364" y="1494"/>
                  </a:lnTo>
                  <a:lnTo>
                    <a:pt x="22470" y="17207"/>
                  </a:lnTo>
                  <a:lnTo>
                    <a:pt x="23649" y="16814"/>
                  </a:lnTo>
                  <a:lnTo>
                    <a:pt x="18542" y="1101"/>
                  </a:lnTo>
                  <a:close/>
                  <a:moveTo>
                    <a:pt x="38655" y="3065"/>
                  </a:moveTo>
                  <a:lnTo>
                    <a:pt x="30406" y="17286"/>
                  </a:lnTo>
                  <a:lnTo>
                    <a:pt x="31506" y="17914"/>
                  </a:lnTo>
                  <a:lnTo>
                    <a:pt x="39755" y="3693"/>
                  </a:lnTo>
                  <a:lnTo>
                    <a:pt x="38655" y="3065"/>
                  </a:lnTo>
                  <a:close/>
                  <a:moveTo>
                    <a:pt x="13514" y="3301"/>
                  </a:moveTo>
                  <a:lnTo>
                    <a:pt x="12414" y="3851"/>
                  </a:lnTo>
                  <a:lnTo>
                    <a:pt x="20585" y="18150"/>
                  </a:lnTo>
                  <a:lnTo>
                    <a:pt x="21685" y="17521"/>
                  </a:lnTo>
                  <a:lnTo>
                    <a:pt x="13514" y="3301"/>
                  </a:lnTo>
                  <a:close/>
                  <a:moveTo>
                    <a:pt x="43212" y="6129"/>
                  </a:moveTo>
                  <a:lnTo>
                    <a:pt x="32213" y="18386"/>
                  </a:lnTo>
                  <a:lnTo>
                    <a:pt x="33077" y="19171"/>
                  </a:lnTo>
                  <a:lnTo>
                    <a:pt x="44155" y="6993"/>
                  </a:lnTo>
                  <a:lnTo>
                    <a:pt x="43212" y="6129"/>
                  </a:lnTo>
                  <a:close/>
                  <a:moveTo>
                    <a:pt x="8957" y="6443"/>
                  </a:moveTo>
                  <a:lnTo>
                    <a:pt x="8014" y="7229"/>
                  </a:lnTo>
                  <a:lnTo>
                    <a:pt x="19092" y="19486"/>
                  </a:lnTo>
                  <a:lnTo>
                    <a:pt x="20035" y="18621"/>
                  </a:lnTo>
                  <a:lnTo>
                    <a:pt x="8957" y="6443"/>
                  </a:lnTo>
                  <a:close/>
                  <a:moveTo>
                    <a:pt x="46984" y="10136"/>
                  </a:moveTo>
                  <a:lnTo>
                    <a:pt x="33706" y="19721"/>
                  </a:lnTo>
                  <a:lnTo>
                    <a:pt x="34413" y="20743"/>
                  </a:lnTo>
                  <a:lnTo>
                    <a:pt x="47769" y="11079"/>
                  </a:lnTo>
                  <a:lnTo>
                    <a:pt x="46984" y="10136"/>
                  </a:lnTo>
                  <a:close/>
                  <a:moveTo>
                    <a:pt x="5264" y="10450"/>
                  </a:moveTo>
                  <a:lnTo>
                    <a:pt x="4479" y="11393"/>
                  </a:lnTo>
                  <a:lnTo>
                    <a:pt x="17835" y="21135"/>
                  </a:lnTo>
                  <a:lnTo>
                    <a:pt x="18542" y="20114"/>
                  </a:lnTo>
                  <a:lnTo>
                    <a:pt x="5264" y="10450"/>
                  </a:lnTo>
                  <a:close/>
                  <a:moveTo>
                    <a:pt x="49891" y="14771"/>
                  </a:moveTo>
                  <a:lnTo>
                    <a:pt x="34884" y="21450"/>
                  </a:lnTo>
                  <a:lnTo>
                    <a:pt x="35356" y="22628"/>
                  </a:lnTo>
                  <a:lnTo>
                    <a:pt x="50441" y="15871"/>
                  </a:lnTo>
                  <a:lnTo>
                    <a:pt x="49891" y="14771"/>
                  </a:lnTo>
                  <a:close/>
                  <a:moveTo>
                    <a:pt x="2436" y="15164"/>
                  </a:moveTo>
                  <a:lnTo>
                    <a:pt x="1964" y="16264"/>
                  </a:lnTo>
                  <a:lnTo>
                    <a:pt x="16971" y="22942"/>
                  </a:lnTo>
                  <a:lnTo>
                    <a:pt x="17442" y="21843"/>
                  </a:lnTo>
                  <a:lnTo>
                    <a:pt x="2436" y="15164"/>
                  </a:lnTo>
                  <a:close/>
                  <a:moveTo>
                    <a:pt x="51776" y="19878"/>
                  </a:moveTo>
                  <a:lnTo>
                    <a:pt x="35670" y="23335"/>
                  </a:lnTo>
                  <a:lnTo>
                    <a:pt x="35906" y="24592"/>
                  </a:lnTo>
                  <a:lnTo>
                    <a:pt x="52012" y="21135"/>
                  </a:lnTo>
                  <a:lnTo>
                    <a:pt x="51776" y="19878"/>
                  </a:lnTo>
                  <a:close/>
                  <a:moveTo>
                    <a:pt x="629" y="20350"/>
                  </a:moveTo>
                  <a:lnTo>
                    <a:pt x="393" y="21528"/>
                  </a:lnTo>
                  <a:lnTo>
                    <a:pt x="16499" y="24985"/>
                  </a:lnTo>
                  <a:lnTo>
                    <a:pt x="16814" y="23728"/>
                  </a:lnTo>
                  <a:lnTo>
                    <a:pt x="629" y="20350"/>
                  </a:lnTo>
                  <a:close/>
                  <a:moveTo>
                    <a:pt x="36063" y="25300"/>
                  </a:moveTo>
                  <a:lnTo>
                    <a:pt x="36063" y="26635"/>
                  </a:lnTo>
                  <a:lnTo>
                    <a:pt x="52483" y="26635"/>
                  </a:lnTo>
                  <a:lnTo>
                    <a:pt x="52483" y="25378"/>
                  </a:lnTo>
                  <a:lnTo>
                    <a:pt x="36063" y="25300"/>
                  </a:lnTo>
                  <a:close/>
                  <a:moveTo>
                    <a:pt x="0" y="25771"/>
                  </a:moveTo>
                  <a:lnTo>
                    <a:pt x="0" y="27028"/>
                  </a:lnTo>
                  <a:lnTo>
                    <a:pt x="16421" y="27028"/>
                  </a:lnTo>
                  <a:lnTo>
                    <a:pt x="16499" y="25771"/>
                  </a:lnTo>
                  <a:close/>
                  <a:moveTo>
                    <a:pt x="35984" y="27421"/>
                  </a:moveTo>
                  <a:lnTo>
                    <a:pt x="35748" y="28599"/>
                  </a:lnTo>
                  <a:lnTo>
                    <a:pt x="51855" y="32056"/>
                  </a:lnTo>
                  <a:lnTo>
                    <a:pt x="52090" y="30799"/>
                  </a:lnTo>
                  <a:lnTo>
                    <a:pt x="35984" y="27421"/>
                  </a:lnTo>
                  <a:close/>
                  <a:moveTo>
                    <a:pt x="16578" y="27814"/>
                  </a:moveTo>
                  <a:lnTo>
                    <a:pt x="472" y="31192"/>
                  </a:lnTo>
                  <a:lnTo>
                    <a:pt x="707" y="32449"/>
                  </a:lnTo>
                  <a:lnTo>
                    <a:pt x="16814" y="28992"/>
                  </a:lnTo>
                  <a:lnTo>
                    <a:pt x="16578" y="27814"/>
                  </a:lnTo>
                  <a:close/>
                  <a:moveTo>
                    <a:pt x="35513" y="29385"/>
                  </a:moveTo>
                  <a:lnTo>
                    <a:pt x="35041" y="30485"/>
                  </a:lnTo>
                  <a:lnTo>
                    <a:pt x="50048" y="37242"/>
                  </a:lnTo>
                  <a:lnTo>
                    <a:pt x="50598" y="36063"/>
                  </a:lnTo>
                  <a:lnTo>
                    <a:pt x="35513" y="29385"/>
                  </a:lnTo>
                  <a:close/>
                  <a:moveTo>
                    <a:pt x="17128" y="29778"/>
                  </a:moveTo>
                  <a:lnTo>
                    <a:pt x="2122" y="36456"/>
                  </a:lnTo>
                  <a:lnTo>
                    <a:pt x="2593" y="37556"/>
                  </a:lnTo>
                  <a:lnTo>
                    <a:pt x="17678" y="30956"/>
                  </a:lnTo>
                  <a:lnTo>
                    <a:pt x="17128" y="29778"/>
                  </a:lnTo>
                  <a:close/>
                  <a:moveTo>
                    <a:pt x="34648" y="31271"/>
                  </a:moveTo>
                  <a:lnTo>
                    <a:pt x="33863" y="32292"/>
                  </a:lnTo>
                  <a:lnTo>
                    <a:pt x="47219" y="41956"/>
                  </a:lnTo>
                  <a:lnTo>
                    <a:pt x="47926" y="40934"/>
                  </a:lnTo>
                  <a:lnTo>
                    <a:pt x="34648" y="31271"/>
                  </a:lnTo>
                  <a:close/>
                  <a:moveTo>
                    <a:pt x="18149" y="31585"/>
                  </a:moveTo>
                  <a:lnTo>
                    <a:pt x="4714" y="41249"/>
                  </a:lnTo>
                  <a:lnTo>
                    <a:pt x="5500" y="42270"/>
                  </a:lnTo>
                  <a:lnTo>
                    <a:pt x="18778" y="32528"/>
                  </a:lnTo>
                  <a:lnTo>
                    <a:pt x="18149" y="31585"/>
                  </a:lnTo>
                  <a:close/>
                  <a:moveTo>
                    <a:pt x="33470" y="32921"/>
                  </a:moveTo>
                  <a:lnTo>
                    <a:pt x="32449" y="33706"/>
                  </a:lnTo>
                  <a:lnTo>
                    <a:pt x="43527" y="45963"/>
                  </a:lnTo>
                  <a:lnTo>
                    <a:pt x="44469" y="45099"/>
                  </a:lnTo>
                  <a:lnTo>
                    <a:pt x="33470" y="32921"/>
                  </a:lnTo>
                  <a:close/>
                  <a:moveTo>
                    <a:pt x="19406" y="33156"/>
                  </a:moveTo>
                  <a:lnTo>
                    <a:pt x="8328" y="45413"/>
                  </a:lnTo>
                  <a:lnTo>
                    <a:pt x="9271" y="46198"/>
                  </a:lnTo>
                  <a:lnTo>
                    <a:pt x="20349" y="34021"/>
                  </a:lnTo>
                  <a:lnTo>
                    <a:pt x="19406" y="33156"/>
                  </a:lnTo>
                  <a:close/>
                  <a:moveTo>
                    <a:pt x="31899" y="34256"/>
                  </a:moveTo>
                  <a:lnTo>
                    <a:pt x="30799" y="34885"/>
                  </a:lnTo>
                  <a:lnTo>
                    <a:pt x="39048" y="49105"/>
                  </a:lnTo>
                  <a:lnTo>
                    <a:pt x="40148" y="48477"/>
                  </a:lnTo>
                  <a:lnTo>
                    <a:pt x="31899" y="34256"/>
                  </a:lnTo>
                  <a:close/>
                  <a:moveTo>
                    <a:pt x="20978" y="34413"/>
                  </a:moveTo>
                  <a:lnTo>
                    <a:pt x="12728" y="48713"/>
                  </a:lnTo>
                  <a:lnTo>
                    <a:pt x="13828" y="49341"/>
                  </a:lnTo>
                  <a:lnTo>
                    <a:pt x="22078" y="35042"/>
                  </a:lnTo>
                  <a:lnTo>
                    <a:pt x="20978" y="34413"/>
                  </a:lnTo>
                  <a:close/>
                  <a:moveTo>
                    <a:pt x="30092" y="35199"/>
                  </a:moveTo>
                  <a:lnTo>
                    <a:pt x="28834" y="35592"/>
                  </a:lnTo>
                  <a:lnTo>
                    <a:pt x="33941" y="51227"/>
                  </a:lnTo>
                  <a:lnTo>
                    <a:pt x="35120" y="50834"/>
                  </a:lnTo>
                  <a:lnTo>
                    <a:pt x="30092" y="35199"/>
                  </a:lnTo>
                  <a:close/>
                  <a:moveTo>
                    <a:pt x="22863" y="35356"/>
                  </a:moveTo>
                  <a:lnTo>
                    <a:pt x="17756" y="50991"/>
                  </a:lnTo>
                  <a:lnTo>
                    <a:pt x="18935" y="51384"/>
                  </a:lnTo>
                  <a:lnTo>
                    <a:pt x="24042" y="35749"/>
                  </a:lnTo>
                  <a:lnTo>
                    <a:pt x="22863" y="35356"/>
                  </a:lnTo>
                  <a:close/>
                  <a:moveTo>
                    <a:pt x="24828" y="35828"/>
                  </a:moveTo>
                  <a:lnTo>
                    <a:pt x="23099" y="52248"/>
                  </a:lnTo>
                  <a:lnTo>
                    <a:pt x="24356" y="52327"/>
                  </a:lnTo>
                  <a:lnTo>
                    <a:pt x="26085" y="35985"/>
                  </a:lnTo>
                  <a:lnTo>
                    <a:pt x="24828" y="35828"/>
                  </a:lnTo>
                  <a:close/>
                  <a:moveTo>
                    <a:pt x="28127" y="35828"/>
                  </a:moveTo>
                  <a:lnTo>
                    <a:pt x="26870" y="35906"/>
                  </a:lnTo>
                  <a:lnTo>
                    <a:pt x="28599" y="52327"/>
                  </a:lnTo>
                  <a:lnTo>
                    <a:pt x="29856" y="52170"/>
                  </a:lnTo>
                  <a:lnTo>
                    <a:pt x="28127" y="35828"/>
                  </a:ln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293" name="Google Shape;77;p6"/>
            <p:cNvSpPr/>
            <p:nvPr/>
          </p:nvSpPr>
          <p:spPr>
            <a:xfrm>
              <a:off x="8291520" y="257040"/>
              <a:ext cx="550440" cy="564480"/>
            </a:xfrm>
            <a:custGeom>
              <a:avLst/>
              <a:gdLst>
                <a:gd name="textAreaLeft" fmla="*/ 0 w 550440"/>
                <a:gd name="textAreaRight" fmla="*/ 550800 w 550440"/>
                <a:gd name="textAreaTop" fmla="*/ 0 h 564480"/>
                <a:gd name="textAreaBottom" fmla="*/ 564840 h 564480"/>
              </a:gdLst>
              <a:ah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ffffff"/>
                </a:solidFill>
                <a:latin typeface="OpenSymbol"/>
              </a:endParaRPr>
            </a:p>
          </p:txBody>
        </p:sp>
      </p:grpSp>
    </p:spTree>
  </p:cSld>
  <p:clrMap bg1="lt1" bg2="lt2" tx1="dk1" tx2="dk2" accent1="accent1" accent2="accent2" accent3="accent3" accent4="accent4" accent5="accent5" accent6="accent6" hlink="hlink" folHlink="folHlink"/>
  <p:sldLayoutIdLst>
    <p:sldLayoutId id="2147483699" r:id="rId6"/>
  </p:sldLayoutIdLst>
</p:sldMaster>
</file>

<file path=ppt/slideMasters/slideMaster2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grpSp>
        <p:nvGrpSpPr>
          <p:cNvPr id="295" name="Google Shape;79;p7"/>
          <p:cNvGrpSpPr/>
          <p:nvPr/>
        </p:nvGrpSpPr>
        <p:grpSpPr>
          <a:xfrm>
            <a:off x="0" y="0"/>
            <a:ext cx="9144000" cy="5143680"/>
            <a:chOff x="0" y="0"/>
            <a:chExt cx="9144000" cy="5143680"/>
          </a:xfrm>
        </p:grpSpPr>
        <p:grpSp>
          <p:nvGrpSpPr>
            <p:cNvPr id="296" name="Google Shape;80;p7"/>
            <p:cNvGrpSpPr/>
            <p:nvPr/>
          </p:nvGrpSpPr>
          <p:grpSpPr>
            <a:xfrm>
              <a:off x="5048640" y="0"/>
              <a:ext cx="4095360" cy="5142960"/>
              <a:chOff x="5048640" y="0"/>
              <a:chExt cx="4095360" cy="5142960"/>
            </a:xfrm>
          </p:grpSpPr>
          <p:pic>
            <p:nvPicPr>
              <p:cNvPr id="297" name="Google Shape;81;p7" descr=""/>
              <p:cNvPicPr/>
              <p:nvPr/>
            </p:nvPicPr>
            <p:blipFill>
              <a:blip r:embed="rId2"/>
              <a:srcRect l="5247" t="15708" r="79654" b="36603"/>
              <a:stretch/>
            </p:blipFill>
            <p:spPr>
              <a:xfrm>
                <a:off x="7258680" y="2024280"/>
                <a:ext cx="1885320" cy="3118680"/>
              </a:xfrm>
              <a:prstGeom prst="rect">
                <a:avLst/>
              </a:prstGeom>
              <a:ln w="0">
                <a:noFill/>
              </a:ln>
            </p:spPr>
          </p:pic>
          <p:pic>
            <p:nvPicPr>
              <p:cNvPr id="298" name="Google Shape;82;p7" descr=""/>
              <p:cNvPicPr/>
              <p:nvPr/>
            </p:nvPicPr>
            <p:blipFill>
              <a:blip r:embed="rId3"/>
              <a:srcRect l="20769" t="56241" r="41266" b="11609"/>
              <a:stretch/>
            </p:blipFill>
            <p:spPr>
              <a:xfrm>
                <a:off x="5048640" y="0"/>
                <a:ext cx="4095000" cy="1814400"/>
              </a:xfrm>
              <a:prstGeom prst="rect">
                <a:avLst/>
              </a:prstGeom>
              <a:ln w="0">
                <a:noFill/>
              </a:ln>
            </p:spPr>
          </p:pic>
        </p:grpSp>
        <p:grpSp>
          <p:nvGrpSpPr>
            <p:cNvPr id="299" name="Google Shape;83;p7"/>
            <p:cNvGrpSpPr/>
            <p:nvPr/>
          </p:nvGrpSpPr>
          <p:grpSpPr>
            <a:xfrm>
              <a:off x="0" y="767160"/>
              <a:ext cx="2939400" cy="4376520"/>
              <a:chOff x="0" y="767160"/>
              <a:chExt cx="2939400" cy="4376520"/>
            </a:xfrm>
          </p:grpSpPr>
          <p:pic>
            <p:nvPicPr>
              <p:cNvPr id="300" name="Google Shape;84;p7" descr=""/>
              <p:cNvPicPr/>
              <p:nvPr/>
            </p:nvPicPr>
            <p:blipFill>
              <a:blip r:embed="rId4"/>
              <a:srcRect l="54312" t="9226" r="30044" b="9238"/>
              <a:stretch/>
            </p:blipFill>
            <p:spPr>
              <a:xfrm>
                <a:off x="0" y="767160"/>
                <a:ext cx="1603080" cy="4376160"/>
              </a:xfrm>
              <a:prstGeom prst="rect">
                <a:avLst/>
              </a:prstGeom>
              <a:ln w="0">
                <a:noFill/>
              </a:ln>
            </p:spPr>
          </p:pic>
          <p:pic>
            <p:nvPicPr>
              <p:cNvPr id="301" name="Google Shape;85;p7" descr=""/>
              <p:cNvPicPr/>
              <p:nvPr/>
            </p:nvPicPr>
            <p:blipFill>
              <a:blip r:embed="rId5"/>
              <a:srcRect l="5068" t="61122" r="71049" b="-9575"/>
              <a:stretch/>
            </p:blipFill>
            <p:spPr>
              <a:xfrm rot="10800000">
                <a:off x="360" y="2022480"/>
                <a:ext cx="2939040" cy="3121200"/>
              </a:xfrm>
              <a:prstGeom prst="rect">
                <a:avLst/>
              </a:prstGeom>
              <a:ln w="0">
                <a:noFill/>
              </a:ln>
            </p:spPr>
          </p:pic>
        </p:grpSp>
      </p:grpSp>
      <p:sp>
        <p:nvSpPr>
          <p:cNvPr id="302" name="PlaceHolder 1"/>
          <p:cNvSpPr>
            <a:spLocks noGrp="1"/>
          </p:cNvSpPr>
          <p:nvPr>
            <p:ph type="title"/>
          </p:nvPr>
        </p:nvSpPr>
        <p:spPr>
          <a:xfrm>
            <a:off x="720000" y="444960"/>
            <a:ext cx="7710480" cy="572400"/>
          </a:xfrm>
          <a:prstGeom prst="rect">
            <a:avLst/>
          </a:prstGeom>
          <a:noFill/>
          <a:ln w="0">
            <a:noFill/>
          </a:ln>
        </p:spPr>
        <p:txBody>
          <a:bodyPr lIns="91440" rIns="91440" tIns="91440" bIns="91440" anchor="t">
            <a:noAutofit/>
          </a:bodyPr>
          <a:p>
            <a:pPr indent="0">
              <a:buNone/>
            </a:pPr>
            <a:r>
              <a:rPr b="0" lang="fr-FR" sz="2900" spc="-1" strike="noStrike">
                <a:solidFill>
                  <a:schemeClr val="dk1"/>
                </a:solidFill>
                <a:latin typeface="Arial"/>
              </a:rPr>
              <a:t>Click to edit the title text format</a:t>
            </a:r>
            <a:endParaRPr b="0" lang="fr-FR" sz="2900" spc="-1" strike="noStrike">
              <a:solidFill>
                <a:schemeClr val="dk1"/>
              </a:solidFill>
              <a:latin typeface="Arial"/>
            </a:endParaRPr>
          </a:p>
        </p:txBody>
      </p:sp>
      <p:grpSp>
        <p:nvGrpSpPr>
          <p:cNvPr id="303" name="Google Shape;88;p7"/>
          <p:cNvGrpSpPr/>
          <p:nvPr/>
        </p:nvGrpSpPr>
        <p:grpSpPr>
          <a:xfrm>
            <a:off x="169200" y="-573480"/>
            <a:ext cx="8841960" cy="6137640"/>
            <a:chOff x="169200" y="-573480"/>
            <a:chExt cx="8841960" cy="6137640"/>
          </a:xfrm>
        </p:grpSpPr>
        <p:sp>
          <p:nvSpPr>
            <p:cNvPr id="304" name="Google Shape;89;p7"/>
            <p:cNvSpPr/>
            <p:nvPr/>
          </p:nvSpPr>
          <p:spPr>
            <a:xfrm>
              <a:off x="8057520" y="4258440"/>
              <a:ext cx="745920" cy="1305720"/>
            </a:xfrm>
            <a:custGeom>
              <a:avLst/>
              <a:gdLst>
                <a:gd name="textAreaLeft" fmla="*/ 0 w 745920"/>
                <a:gd name="textAreaRight" fmla="*/ 746280 w 745920"/>
                <a:gd name="textAreaTop" fmla="*/ 0 h 1305720"/>
                <a:gd name="textAreaBottom" fmla="*/ 1306080 h 1305720"/>
              </a:gdLst>
              <a:ah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05" name="Google Shape;90;p7"/>
            <p:cNvSpPr/>
            <p:nvPr/>
          </p:nvSpPr>
          <p:spPr>
            <a:xfrm>
              <a:off x="7989840" y="-573480"/>
              <a:ext cx="1021320" cy="1018080"/>
            </a:xfrm>
            <a:custGeom>
              <a:avLst/>
              <a:gdLst>
                <a:gd name="textAreaLeft" fmla="*/ 0 w 1021320"/>
                <a:gd name="textAreaRight" fmla="*/ 1021680 w 1021320"/>
                <a:gd name="textAreaTop" fmla="*/ 0 h 1018080"/>
                <a:gd name="textAreaBottom" fmla="*/ 1018440 h 1018080"/>
              </a:gdLst>
              <a:ahLst/>
              <a:rect l="textAreaLeft" t="textAreaTop" r="textAreaRight" b="textAreaBottom"/>
              <a:pathLst>
                <a:path w="52484" h="52327">
                  <a:moveTo>
                    <a:pt x="23885" y="79"/>
                  </a:moveTo>
                  <a:lnTo>
                    <a:pt x="22706" y="158"/>
                  </a:lnTo>
                  <a:lnTo>
                    <a:pt x="24435" y="16500"/>
                  </a:lnTo>
                  <a:lnTo>
                    <a:pt x="25613" y="16421"/>
                  </a:lnTo>
                  <a:lnTo>
                    <a:pt x="23885" y="79"/>
                  </a:lnTo>
                  <a:close/>
                  <a:moveTo>
                    <a:pt x="28206" y="1"/>
                  </a:moveTo>
                  <a:lnTo>
                    <a:pt x="26477" y="16343"/>
                  </a:lnTo>
                  <a:lnTo>
                    <a:pt x="27735" y="16500"/>
                  </a:lnTo>
                  <a:lnTo>
                    <a:pt x="29463" y="158"/>
                  </a:lnTo>
                  <a:lnTo>
                    <a:pt x="28206" y="1"/>
                  </a:lnTo>
                  <a:close/>
                  <a:moveTo>
                    <a:pt x="33549" y="944"/>
                  </a:moveTo>
                  <a:lnTo>
                    <a:pt x="28520" y="16657"/>
                  </a:lnTo>
                  <a:lnTo>
                    <a:pt x="29699" y="16971"/>
                  </a:lnTo>
                  <a:lnTo>
                    <a:pt x="34727" y="1336"/>
                  </a:lnTo>
                  <a:lnTo>
                    <a:pt x="33549" y="944"/>
                  </a:lnTo>
                  <a:close/>
                  <a:moveTo>
                    <a:pt x="18542" y="1101"/>
                  </a:moveTo>
                  <a:lnTo>
                    <a:pt x="17364" y="1494"/>
                  </a:lnTo>
                  <a:lnTo>
                    <a:pt x="22470" y="17207"/>
                  </a:lnTo>
                  <a:lnTo>
                    <a:pt x="23649" y="16814"/>
                  </a:lnTo>
                  <a:lnTo>
                    <a:pt x="18542" y="1101"/>
                  </a:lnTo>
                  <a:close/>
                  <a:moveTo>
                    <a:pt x="38655" y="3065"/>
                  </a:moveTo>
                  <a:lnTo>
                    <a:pt x="30406" y="17286"/>
                  </a:lnTo>
                  <a:lnTo>
                    <a:pt x="31506" y="17914"/>
                  </a:lnTo>
                  <a:lnTo>
                    <a:pt x="39755" y="3693"/>
                  </a:lnTo>
                  <a:lnTo>
                    <a:pt x="38655" y="3065"/>
                  </a:lnTo>
                  <a:close/>
                  <a:moveTo>
                    <a:pt x="13514" y="3301"/>
                  </a:moveTo>
                  <a:lnTo>
                    <a:pt x="12414" y="3851"/>
                  </a:lnTo>
                  <a:lnTo>
                    <a:pt x="20585" y="18150"/>
                  </a:lnTo>
                  <a:lnTo>
                    <a:pt x="21685" y="17521"/>
                  </a:lnTo>
                  <a:lnTo>
                    <a:pt x="13514" y="3301"/>
                  </a:lnTo>
                  <a:close/>
                  <a:moveTo>
                    <a:pt x="43212" y="6129"/>
                  </a:moveTo>
                  <a:lnTo>
                    <a:pt x="32213" y="18386"/>
                  </a:lnTo>
                  <a:lnTo>
                    <a:pt x="33077" y="19171"/>
                  </a:lnTo>
                  <a:lnTo>
                    <a:pt x="44155" y="6993"/>
                  </a:lnTo>
                  <a:lnTo>
                    <a:pt x="43212" y="6129"/>
                  </a:lnTo>
                  <a:close/>
                  <a:moveTo>
                    <a:pt x="8957" y="6443"/>
                  </a:moveTo>
                  <a:lnTo>
                    <a:pt x="8014" y="7229"/>
                  </a:lnTo>
                  <a:lnTo>
                    <a:pt x="19092" y="19486"/>
                  </a:lnTo>
                  <a:lnTo>
                    <a:pt x="20035" y="18621"/>
                  </a:lnTo>
                  <a:lnTo>
                    <a:pt x="8957" y="6443"/>
                  </a:lnTo>
                  <a:close/>
                  <a:moveTo>
                    <a:pt x="46984" y="10136"/>
                  </a:moveTo>
                  <a:lnTo>
                    <a:pt x="33706" y="19721"/>
                  </a:lnTo>
                  <a:lnTo>
                    <a:pt x="34413" y="20743"/>
                  </a:lnTo>
                  <a:lnTo>
                    <a:pt x="47769" y="11079"/>
                  </a:lnTo>
                  <a:lnTo>
                    <a:pt x="46984" y="10136"/>
                  </a:lnTo>
                  <a:close/>
                  <a:moveTo>
                    <a:pt x="5264" y="10450"/>
                  </a:moveTo>
                  <a:lnTo>
                    <a:pt x="4479" y="11393"/>
                  </a:lnTo>
                  <a:lnTo>
                    <a:pt x="17835" y="21135"/>
                  </a:lnTo>
                  <a:lnTo>
                    <a:pt x="18542" y="20114"/>
                  </a:lnTo>
                  <a:lnTo>
                    <a:pt x="5264" y="10450"/>
                  </a:lnTo>
                  <a:close/>
                  <a:moveTo>
                    <a:pt x="49891" y="14771"/>
                  </a:moveTo>
                  <a:lnTo>
                    <a:pt x="34884" y="21450"/>
                  </a:lnTo>
                  <a:lnTo>
                    <a:pt x="35356" y="22628"/>
                  </a:lnTo>
                  <a:lnTo>
                    <a:pt x="50441" y="15871"/>
                  </a:lnTo>
                  <a:lnTo>
                    <a:pt x="49891" y="14771"/>
                  </a:lnTo>
                  <a:close/>
                  <a:moveTo>
                    <a:pt x="2436" y="15164"/>
                  </a:moveTo>
                  <a:lnTo>
                    <a:pt x="1964" y="16264"/>
                  </a:lnTo>
                  <a:lnTo>
                    <a:pt x="16971" y="22942"/>
                  </a:lnTo>
                  <a:lnTo>
                    <a:pt x="17442" y="21843"/>
                  </a:lnTo>
                  <a:lnTo>
                    <a:pt x="2436" y="15164"/>
                  </a:lnTo>
                  <a:close/>
                  <a:moveTo>
                    <a:pt x="51776" y="19878"/>
                  </a:moveTo>
                  <a:lnTo>
                    <a:pt x="35670" y="23335"/>
                  </a:lnTo>
                  <a:lnTo>
                    <a:pt x="35906" y="24592"/>
                  </a:lnTo>
                  <a:lnTo>
                    <a:pt x="52012" y="21135"/>
                  </a:lnTo>
                  <a:lnTo>
                    <a:pt x="51776" y="19878"/>
                  </a:lnTo>
                  <a:close/>
                  <a:moveTo>
                    <a:pt x="629" y="20350"/>
                  </a:moveTo>
                  <a:lnTo>
                    <a:pt x="393" y="21528"/>
                  </a:lnTo>
                  <a:lnTo>
                    <a:pt x="16499" y="24985"/>
                  </a:lnTo>
                  <a:lnTo>
                    <a:pt x="16814" y="23728"/>
                  </a:lnTo>
                  <a:lnTo>
                    <a:pt x="629" y="20350"/>
                  </a:lnTo>
                  <a:close/>
                  <a:moveTo>
                    <a:pt x="36063" y="25300"/>
                  </a:moveTo>
                  <a:lnTo>
                    <a:pt x="36063" y="26635"/>
                  </a:lnTo>
                  <a:lnTo>
                    <a:pt x="52483" y="26635"/>
                  </a:lnTo>
                  <a:lnTo>
                    <a:pt x="52483" y="25378"/>
                  </a:lnTo>
                  <a:lnTo>
                    <a:pt x="36063" y="25300"/>
                  </a:lnTo>
                  <a:close/>
                  <a:moveTo>
                    <a:pt x="0" y="25771"/>
                  </a:moveTo>
                  <a:lnTo>
                    <a:pt x="0" y="27028"/>
                  </a:lnTo>
                  <a:lnTo>
                    <a:pt x="16421" y="27028"/>
                  </a:lnTo>
                  <a:lnTo>
                    <a:pt x="16499" y="25771"/>
                  </a:lnTo>
                  <a:close/>
                  <a:moveTo>
                    <a:pt x="35984" y="27421"/>
                  </a:moveTo>
                  <a:lnTo>
                    <a:pt x="35748" y="28599"/>
                  </a:lnTo>
                  <a:lnTo>
                    <a:pt x="51855" y="32056"/>
                  </a:lnTo>
                  <a:lnTo>
                    <a:pt x="52090" y="30799"/>
                  </a:lnTo>
                  <a:lnTo>
                    <a:pt x="35984" y="27421"/>
                  </a:lnTo>
                  <a:close/>
                  <a:moveTo>
                    <a:pt x="16578" y="27814"/>
                  </a:moveTo>
                  <a:lnTo>
                    <a:pt x="472" y="31192"/>
                  </a:lnTo>
                  <a:lnTo>
                    <a:pt x="707" y="32449"/>
                  </a:lnTo>
                  <a:lnTo>
                    <a:pt x="16814" y="28992"/>
                  </a:lnTo>
                  <a:lnTo>
                    <a:pt x="16578" y="27814"/>
                  </a:lnTo>
                  <a:close/>
                  <a:moveTo>
                    <a:pt x="35513" y="29385"/>
                  </a:moveTo>
                  <a:lnTo>
                    <a:pt x="35041" y="30485"/>
                  </a:lnTo>
                  <a:lnTo>
                    <a:pt x="50048" y="37242"/>
                  </a:lnTo>
                  <a:lnTo>
                    <a:pt x="50598" y="36063"/>
                  </a:lnTo>
                  <a:lnTo>
                    <a:pt x="35513" y="29385"/>
                  </a:lnTo>
                  <a:close/>
                  <a:moveTo>
                    <a:pt x="17128" y="29778"/>
                  </a:moveTo>
                  <a:lnTo>
                    <a:pt x="2122" y="36456"/>
                  </a:lnTo>
                  <a:lnTo>
                    <a:pt x="2593" y="37556"/>
                  </a:lnTo>
                  <a:lnTo>
                    <a:pt x="17678" y="30956"/>
                  </a:lnTo>
                  <a:lnTo>
                    <a:pt x="17128" y="29778"/>
                  </a:lnTo>
                  <a:close/>
                  <a:moveTo>
                    <a:pt x="34648" y="31271"/>
                  </a:moveTo>
                  <a:lnTo>
                    <a:pt x="33863" y="32292"/>
                  </a:lnTo>
                  <a:lnTo>
                    <a:pt x="47219" y="41956"/>
                  </a:lnTo>
                  <a:lnTo>
                    <a:pt x="47926" y="40934"/>
                  </a:lnTo>
                  <a:lnTo>
                    <a:pt x="34648" y="31271"/>
                  </a:lnTo>
                  <a:close/>
                  <a:moveTo>
                    <a:pt x="18149" y="31585"/>
                  </a:moveTo>
                  <a:lnTo>
                    <a:pt x="4714" y="41249"/>
                  </a:lnTo>
                  <a:lnTo>
                    <a:pt x="5500" y="42270"/>
                  </a:lnTo>
                  <a:lnTo>
                    <a:pt x="18778" y="32528"/>
                  </a:lnTo>
                  <a:lnTo>
                    <a:pt x="18149" y="31585"/>
                  </a:lnTo>
                  <a:close/>
                  <a:moveTo>
                    <a:pt x="33470" y="32921"/>
                  </a:moveTo>
                  <a:lnTo>
                    <a:pt x="32449" y="33706"/>
                  </a:lnTo>
                  <a:lnTo>
                    <a:pt x="43527" y="45963"/>
                  </a:lnTo>
                  <a:lnTo>
                    <a:pt x="44469" y="45099"/>
                  </a:lnTo>
                  <a:lnTo>
                    <a:pt x="33470" y="32921"/>
                  </a:lnTo>
                  <a:close/>
                  <a:moveTo>
                    <a:pt x="19406" y="33156"/>
                  </a:moveTo>
                  <a:lnTo>
                    <a:pt x="8328" y="45413"/>
                  </a:lnTo>
                  <a:lnTo>
                    <a:pt x="9271" y="46198"/>
                  </a:lnTo>
                  <a:lnTo>
                    <a:pt x="20349" y="34021"/>
                  </a:lnTo>
                  <a:lnTo>
                    <a:pt x="19406" y="33156"/>
                  </a:lnTo>
                  <a:close/>
                  <a:moveTo>
                    <a:pt x="31899" y="34256"/>
                  </a:moveTo>
                  <a:lnTo>
                    <a:pt x="30799" y="34885"/>
                  </a:lnTo>
                  <a:lnTo>
                    <a:pt x="39048" y="49105"/>
                  </a:lnTo>
                  <a:lnTo>
                    <a:pt x="40148" y="48477"/>
                  </a:lnTo>
                  <a:lnTo>
                    <a:pt x="31899" y="34256"/>
                  </a:lnTo>
                  <a:close/>
                  <a:moveTo>
                    <a:pt x="20978" y="34413"/>
                  </a:moveTo>
                  <a:lnTo>
                    <a:pt x="12728" y="48713"/>
                  </a:lnTo>
                  <a:lnTo>
                    <a:pt x="13828" y="49341"/>
                  </a:lnTo>
                  <a:lnTo>
                    <a:pt x="22078" y="35042"/>
                  </a:lnTo>
                  <a:lnTo>
                    <a:pt x="20978" y="34413"/>
                  </a:lnTo>
                  <a:close/>
                  <a:moveTo>
                    <a:pt x="30092" y="35199"/>
                  </a:moveTo>
                  <a:lnTo>
                    <a:pt x="28834" y="35592"/>
                  </a:lnTo>
                  <a:lnTo>
                    <a:pt x="33941" y="51227"/>
                  </a:lnTo>
                  <a:lnTo>
                    <a:pt x="35120" y="50834"/>
                  </a:lnTo>
                  <a:lnTo>
                    <a:pt x="30092" y="35199"/>
                  </a:lnTo>
                  <a:close/>
                  <a:moveTo>
                    <a:pt x="22863" y="35356"/>
                  </a:moveTo>
                  <a:lnTo>
                    <a:pt x="17756" y="50991"/>
                  </a:lnTo>
                  <a:lnTo>
                    <a:pt x="18935" y="51384"/>
                  </a:lnTo>
                  <a:lnTo>
                    <a:pt x="24042" y="35749"/>
                  </a:lnTo>
                  <a:lnTo>
                    <a:pt x="22863" y="35356"/>
                  </a:lnTo>
                  <a:close/>
                  <a:moveTo>
                    <a:pt x="24828" y="35828"/>
                  </a:moveTo>
                  <a:lnTo>
                    <a:pt x="23099" y="52248"/>
                  </a:lnTo>
                  <a:lnTo>
                    <a:pt x="24356" y="52327"/>
                  </a:lnTo>
                  <a:lnTo>
                    <a:pt x="26085" y="35985"/>
                  </a:lnTo>
                  <a:lnTo>
                    <a:pt x="24828" y="35828"/>
                  </a:lnTo>
                  <a:close/>
                  <a:moveTo>
                    <a:pt x="28127" y="35828"/>
                  </a:moveTo>
                  <a:lnTo>
                    <a:pt x="26870" y="35906"/>
                  </a:lnTo>
                  <a:lnTo>
                    <a:pt x="28599" y="52327"/>
                  </a:lnTo>
                  <a:lnTo>
                    <a:pt x="29856" y="52170"/>
                  </a:lnTo>
                  <a:lnTo>
                    <a:pt x="28127" y="35828"/>
                  </a:ln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06" name="Google Shape;91;p7"/>
            <p:cNvSpPr/>
            <p:nvPr/>
          </p:nvSpPr>
          <p:spPr>
            <a:xfrm>
              <a:off x="169200" y="132480"/>
              <a:ext cx="550440" cy="564480"/>
            </a:xfrm>
            <a:custGeom>
              <a:avLst/>
              <a:gdLst>
                <a:gd name="textAreaLeft" fmla="*/ 0 w 550440"/>
                <a:gd name="textAreaRight" fmla="*/ 550800 w 550440"/>
                <a:gd name="textAreaTop" fmla="*/ 0 h 564480"/>
                <a:gd name="textAreaBottom" fmla="*/ 564840 h 564480"/>
              </a:gdLst>
              <a:ah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ffffff"/>
                </a:solidFill>
                <a:latin typeface="OpenSymbol"/>
              </a:endParaRPr>
            </a:p>
          </p:txBody>
        </p:sp>
      </p:grpSp>
    </p:spTree>
  </p:cSld>
  <p:clrMap bg1="lt1" bg2="lt2" tx1="dk1" tx2="dk2" accent1="accent1" accent2="accent2" accent3="accent3" accent4="accent4" accent5="accent5" accent6="accent6" hlink="hlink" folHlink="folHlink"/>
  <p:sldLayoutIdLst>
    <p:sldLayoutId id="2147483701" r:id="rId6"/>
  </p:sldLayoutIdLst>
</p:sldMaster>
</file>

<file path=ppt/slideMasters/slideMaster2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307" name="PlaceHolder 1"/>
          <p:cNvSpPr>
            <a:spLocks noGrp="1"/>
          </p:cNvSpPr>
          <p:nvPr>
            <p:ph type="title"/>
          </p:nvPr>
        </p:nvSpPr>
        <p:spPr>
          <a:xfrm>
            <a:off x="1969200" y="1685160"/>
            <a:ext cx="5204880" cy="2077920"/>
          </a:xfrm>
          <a:prstGeom prst="rect">
            <a:avLst/>
          </a:prstGeom>
          <a:noFill/>
          <a:ln w="0">
            <a:noFill/>
          </a:ln>
        </p:spPr>
        <p:txBody>
          <a:bodyPr lIns="91440" rIns="91440" tIns="91440" bIns="91440" anchor="ctr">
            <a:noAutofit/>
          </a:bodyPr>
          <a:p>
            <a:pPr indent="0">
              <a:buNone/>
            </a:pPr>
            <a:r>
              <a:rPr b="0" lang="fr-FR" sz="6000" spc="-1" strike="noStrike">
                <a:solidFill>
                  <a:schemeClr val="dk1"/>
                </a:solidFill>
                <a:latin typeface="Arial"/>
              </a:rPr>
              <a:t>Click to edit the title text format</a:t>
            </a:r>
            <a:endParaRPr b="0" lang="fr-FR" sz="6000" spc="-1" strike="noStrike">
              <a:solidFill>
                <a:schemeClr val="dk1"/>
              </a:solidFill>
              <a:latin typeface="Arial"/>
            </a:endParaRPr>
          </a:p>
        </p:txBody>
      </p:sp>
      <p:grpSp>
        <p:nvGrpSpPr>
          <p:cNvPr id="308" name="Google Shape;94;p8"/>
          <p:cNvGrpSpPr/>
          <p:nvPr/>
        </p:nvGrpSpPr>
        <p:grpSpPr>
          <a:xfrm>
            <a:off x="0" y="0"/>
            <a:ext cx="9143640" cy="5184000"/>
            <a:chOff x="0" y="0"/>
            <a:chExt cx="9143640" cy="5184000"/>
          </a:xfrm>
        </p:grpSpPr>
        <p:grpSp>
          <p:nvGrpSpPr>
            <p:cNvPr id="309" name="Google Shape;95;p8"/>
            <p:cNvGrpSpPr/>
            <p:nvPr/>
          </p:nvGrpSpPr>
          <p:grpSpPr>
            <a:xfrm>
              <a:off x="0" y="0"/>
              <a:ext cx="9143640" cy="3918600"/>
              <a:chOff x="0" y="0"/>
              <a:chExt cx="9143640" cy="3918600"/>
            </a:xfrm>
          </p:grpSpPr>
          <p:pic>
            <p:nvPicPr>
              <p:cNvPr id="310" name="Google Shape;96;p8" descr=""/>
              <p:cNvPicPr/>
              <p:nvPr/>
            </p:nvPicPr>
            <p:blipFill>
              <a:blip r:embed="rId2"/>
              <a:srcRect l="-1033" t="37313" r="79191" b="16857"/>
              <a:stretch/>
            </p:blipFill>
            <p:spPr>
              <a:xfrm>
                <a:off x="6204600" y="0"/>
                <a:ext cx="2939040" cy="3918600"/>
              </a:xfrm>
              <a:prstGeom prst="rect">
                <a:avLst/>
              </a:prstGeom>
              <a:ln w="0">
                <a:noFill/>
              </a:ln>
            </p:spPr>
          </p:pic>
          <p:pic>
            <p:nvPicPr>
              <p:cNvPr id="311" name="Google Shape;97;p8" descr=""/>
              <p:cNvPicPr/>
              <p:nvPr/>
            </p:nvPicPr>
            <p:blipFill>
              <a:blip r:embed="rId3"/>
              <a:srcRect l="32806" t="59539" r="33978" b="0"/>
              <a:stretch/>
            </p:blipFill>
            <p:spPr>
              <a:xfrm>
                <a:off x="0" y="0"/>
                <a:ext cx="4896360" cy="2283840"/>
              </a:xfrm>
              <a:prstGeom prst="rect">
                <a:avLst/>
              </a:prstGeom>
              <a:ln w="0">
                <a:noFill/>
              </a:ln>
            </p:spPr>
          </p:pic>
        </p:grpSp>
        <p:grpSp>
          <p:nvGrpSpPr>
            <p:cNvPr id="312" name="Google Shape;98;p8"/>
            <p:cNvGrpSpPr/>
            <p:nvPr/>
          </p:nvGrpSpPr>
          <p:grpSpPr>
            <a:xfrm>
              <a:off x="0" y="1018080"/>
              <a:ext cx="4437720" cy="4165920"/>
              <a:chOff x="0" y="1018080"/>
              <a:chExt cx="4437720" cy="4165920"/>
            </a:xfrm>
          </p:grpSpPr>
          <p:pic>
            <p:nvPicPr>
              <p:cNvPr id="313" name="Google Shape;99;p8" descr=""/>
              <p:cNvPicPr/>
              <p:nvPr/>
            </p:nvPicPr>
            <p:blipFill>
              <a:blip r:embed="rId4"/>
              <a:srcRect l="35370" t="5164" r="21351" b="51348"/>
              <a:stretch/>
            </p:blipFill>
            <p:spPr>
              <a:xfrm>
                <a:off x="0" y="2809440"/>
                <a:ext cx="4437720" cy="2333520"/>
              </a:xfrm>
              <a:prstGeom prst="rect">
                <a:avLst/>
              </a:prstGeom>
              <a:ln w="0">
                <a:noFill/>
              </a:ln>
            </p:spPr>
          </p:pic>
          <p:pic>
            <p:nvPicPr>
              <p:cNvPr id="314" name="Google Shape;100;p8" descr=""/>
              <p:cNvPicPr/>
              <p:nvPr/>
            </p:nvPicPr>
            <p:blipFill>
              <a:blip r:embed="rId5"/>
              <a:srcRect l="0" t="21588" r="76117" b="13746"/>
              <a:stretch/>
            </p:blipFill>
            <p:spPr>
              <a:xfrm rot="10800000">
                <a:off x="360" y="1018080"/>
                <a:ext cx="2939040" cy="4165920"/>
              </a:xfrm>
              <a:prstGeom prst="rect">
                <a:avLst/>
              </a:prstGeom>
              <a:ln w="0">
                <a:noFill/>
              </a:ln>
            </p:spPr>
          </p:pic>
        </p:grpSp>
      </p:grpSp>
      <p:grpSp>
        <p:nvGrpSpPr>
          <p:cNvPr id="315" name="Google Shape;101;p8"/>
          <p:cNvGrpSpPr/>
          <p:nvPr/>
        </p:nvGrpSpPr>
        <p:grpSpPr>
          <a:xfrm>
            <a:off x="437760" y="-302760"/>
            <a:ext cx="1949040" cy="4906440"/>
            <a:chOff x="437760" y="-302760"/>
            <a:chExt cx="1949040" cy="4906440"/>
          </a:xfrm>
        </p:grpSpPr>
        <p:sp>
          <p:nvSpPr>
            <p:cNvPr id="316" name="Google Shape;102;p8"/>
            <p:cNvSpPr/>
            <p:nvPr/>
          </p:nvSpPr>
          <p:spPr>
            <a:xfrm>
              <a:off x="1365480" y="-302760"/>
              <a:ext cx="1021320" cy="1018080"/>
            </a:xfrm>
            <a:custGeom>
              <a:avLst/>
              <a:gdLst>
                <a:gd name="textAreaLeft" fmla="*/ 0 w 1021320"/>
                <a:gd name="textAreaRight" fmla="*/ 1021680 w 1021320"/>
                <a:gd name="textAreaTop" fmla="*/ 0 h 1018080"/>
                <a:gd name="textAreaBottom" fmla="*/ 1018440 h 1018080"/>
              </a:gdLst>
              <a:ahLst/>
              <a:rect l="textAreaLeft" t="textAreaTop" r="textAreaRight" b="textAreaBottom"/>
              <a:pathLst>
                <a:path w="52484" h="52327">
                  <a:moveTo>
                    <a:pt x="23885" y="79"/>
                  </a:moveTo>
                  <a:lnTo>
                    <a:pt x="22706" y="158"/>
                  </a:lnTo>
                  <a:lnTo>
                    <a:pt x="24435" y="16500"/>
                  </a:lnTo>
                  <a:lnTo>
                    <a:pt x="25613" y="16421"/>
                  </a:lnTo>
                  <a:lnTo>
                    <a:pt x="23885" y="79"/>
                  </a:lnTo>
                  <a:close/>
                  <a:moveTo>
                    <a:pt x="28206" y="1"/>
                  </a:moveTo>
                  <a:lnTo>
                    <a:pt x="26477" y="16343"/>
                  </a:lnTo>
                  <a:lnTo>
                    <a:pt x="27735" y="16500"/>
                  </a:lnTo>
                  <a:lnTo>
                    <a:pt x="29463" y="158"/>
                  </a:lnTo>
                  <a:lnTo>
                    <a:pt x="28206" y="1"/>
                  </a:lnTo>
                  <a:close/>
                  <a:moveTo>
                    <a:pt x="33549" y="944"/>
                  </a:moveTo>
                  <a:lnTo>
                    <a:pt x="28520" y="16657"/>
                  </a:lnTo>
                  <a:lnTo>
                    <a:pt x="29699" y="16971"/>
                  </a:lnTo>
                  <a:lnTo>
                    <a:pt x="34727" y="1336"/>
                  </a:lnTo>
                  <a:lnTo>
                    <a:pt x="33549" y="944"/>
                  </a:lnTo>
                  <a:close/>
                  <a:moveTo>
                    <a:pt x="18542" y="1101"/>
                  </a:moveTo>
                  <a:lnTo>
                    <a:pt x="17364" y="1494"/>
                  </a:lnTo>
                  <a:lnTo>
                    <a:pt x="22470" y="17207"/>
                  </a:lnTo>
                  <a:lnTo>
                    <a:pt x="23649" y="16814"/>
                  </a:lnTo>
                  <a:lnTo>
                    <a:pt x="18542" y="1101"/>
                  </a:lnTo>
                  <a:close/>
                  <a:moveTo>
                    <a:pt x="38655" y="3065"/>
                  </a:moveTo>
                  <a:lnTo>
                    <a:pt x="30406" y="17286"/>
                  </a:lnTo>
                  <a:lnTo>
                    <a:pt x="31506" y="17914"/>
                  </a:lnTo>
                  <a:lnTo>
                    <a:pt x="39755" y="3693"/>
                  </a:lnTo>
                  <a:lnTo>
                    <a:pt x="38655" y="3065"/>
                  </a:lnTo>
                  <a:close/>
                  <a:moveTo>
                    <a:pt x="13514" y="3301"/>
                  </a:moveTo>
                  <a:lnTo>
                    <a:pt x="12414" y="3851"/>
                  </a:lnTo>
                  <a:lnTo>
                    <a:pt x="20585" y="18150"/>
                  </a:lnTo>
                  <a:lnTo>
                    <a:pt x="21685" y="17521"/>
                  </a:lnTo>
                  <a:lnTo>
                    <a:pt x="13514" y="3301"/>
                  </a:lnTo>
                  <a:close/>
                  <a:moveTo>
                    <a:pt x="43212" y="6129"/>
                  </a:moveTo>
                  <a:lnTo>
                    <a:pt x="32213" y="18386"/>
                  </a:lnTo>
                  <a:lnTo>
                    <a:pt x="33077" y="19171"/>
                  </a:lnTo>
                  <a:lnTo>
                    <a:pt x="44155" y="6993"/>
                  </a:lnTo>
                  <a:lnTo>
                    <a:pt x="43212" y="6129"/>
                  </a:lnTo>
                  <a:close/>
                  <a:moveTo>
                    <a:pt x="8957" y="6443"/>
                  </a:moveTo>
                  <a:lnTo>
                    <a:pt x="8014" y="7229"/>
                  </a:lnTo>
                  <a:lnTo>
                    <a:pt x="19092" y="19486"/>
                  </a:lnTo>
                  <a:lnTo>
                    <a:pt x="20035" y="18621"/>
                  </a:lnTo>
                  <a:lnTo>
                    <a:pt x="8957" y="6443"/>
                  </a:lnTo>
                  <a:close/>
                  <a:moveTo>
                    <a:pt x="46984" y="10136"/>
                  </a:moveTo>
                  <a:lnTo>
                    <a:pt x="33706" y="19721"/>
                  </a:lnTo>
                  <a:lnTo>
                    <a:pt x="34413" y="20743"/>
                  </a:lnTo>
                  <a:lnTo>
                    <a:pt x="47769" y="11079"/>
                  </a:lnTo>
                  <a:lnTo>
                    <a:pt x="46984" y="10136"/>
                  </a:lnTo>
                  <a:close/>
                  <a:moveTo>
                    <a:pt x="5264" y="10450"/>
                  </a:moveTo>
                  <a:lnTo>
                    <a:pt x="4479" y="11393"/>
                  </a:lnTo>
                  <a:lnTo>
                    <a:pt x="17835" y="21135"/>
                  </a:lnTo>
                  <a:lnTo>
                    <a:pt x="18542" y="20114"/>
                  </a:lnTo>
                  <a:lnTo>
                    <a:pt x="5264" y="10450"/>
                  </a:lnTo>
                  <a:close/>
                  <a:moveTo>
                    <a:pt x="49891" y="14771"/>
                  </a:moveTo>
                  <a:lnTo>
                    <a:pt x="34884" y="21450"/>
                  </a:lnTo>
                  <a:lnTo>
                    <a:pt x="35356" y="22628"/>
                  </a:lnTo>
                  <a:lnTo>
                    <a:pt x="50441" y="15871"/>
                  </a:lnTo>
                  <a:lnTo>
                    <a:pt x="49891" y="14771"/>
                  </a:lnTo>
                  <a:close/>
                  <a:moveTo>
                    <a:pt x="2436" y="15164"/>
                  </a:moveTo>
                  <a:lnTo>
                    <a:pt x="1964" y="16264"/>
                  </a:lnTo>
                  <a:lnTo>
                    <a:pt x="16971" y="22942"/>
                  </a:lnTo>
                  <a:lnTo>
                    <a:pt x="17442" y="21843"/>
                  </a:lnTo>
                  <a:lnTo>
                    <a:pt x="2436" y="15164"/>
                  </a:lnTo>
                  <a:close/>
                  <a:moveTo>
                    <a:pt x="51776" y="19878"/>
                  </a:moveTo>
                  <a:lnTo>
                    <a:pt x="35670" y="23335"/>
                  </a:lnTo>
                  <a:lnTo>
                    <a:pt x="35906" y="24592"/>
                  </a:lnTo>
                  <a:lnTo>
                    <a:pt x="52012" y="21135"/>
                  </a:lnTo>
                  <a:lnTo>
                    <a:pt x="51776" y="19878"/>
                  </a:lnTo>
                  <a:close/>
                  <a:moveTo>
                    <a:pt x="629" y="20350"/>
                  </a:moveTo>
                  <a:lnTo>
                    <a:pt x="393" y="21528"/>
                  </a:lnTo>
                  <a:lnTo>
                    <a:pt x="16499" y="24985"/>
                  </a:lnTo>
                  <a:lnTo>
                    <a:pt x="16814" y="23728"/>
                  </a:lnTo>
                  <a:lnTo>
                    <a:pt x="629" y="20350"/>
                  </a:lnTo>
                  <a:close/>
                  <a:moveTo>
                    <a:pt x="36063" y="25300"/>
                  </a:moveTo>
                  <a:lnTo>
                    <a:pt x="36063" y="26635"/>
                  </a:lnTo>
                  <a:lnTo>
                    <a:pt x="52483" y="26635"/>
                  </a:lnTo>
                  <a:lnTo>
                    <a:pt x="52483" y="25378"/>
                  </a:lnTo>
                  <a:lnTo>
                    <a:pt x="36063" y="25300"/>
                  </a:lnTo>
                  <a:close/>
                  <a:moveTo>
                    <a:pt x="0" y="25771"/>
                  </a:moveTo>
                  <a:lnTo>
                    <a:pt x="0" y="27028"/>
                  </a:lnTo>
                  <a:lnTo>
                    <a:pt x="16421" y="27028"/>
                  </a:lnTo>
                  <a:lnTo>
                    <a:pt x="16499" y="25771"/>
                  </a:lnTo>
                  <a:close/>
                  <a:moveTo>
                    <a:pt x="35984" y="27421"/>
                  </a:moveTo>
                  <a:lnTo>
                    <a:pt x="35748" y="28599"/>
                  </a:lnTo>
                  <a:lnTo>
                    <a:pt x="51855" y="32056"/>
                  </a:lnTo>
                  <a:lnTo>
                    <a:pt x="52090" y="30799"/>
                  </a:lnTo>
                  <a:lnTo>
                    <a:pt x="35984" y="27421"/>
                  </a:lnTo>
                  <a:close/>
                  <a:moveTo>
                    <a:pt x="16578" y="27814"/>
                  </a:moveTo>
                  <a:lnTo>
                    <a:pt x="472" y="31192"/>
                  </a:lnTo>
                  <a:lnTo>
                    <a:pt x="707" y="32449"/>
                  </a:lnTo>
                  <a:lnTo>
                    <a:pt x="16814" y="28992"/>
                  </a:lnTo>
                  <a:lnTo>
                    <a:pt x="16578" y="27814"/>
                  </a:lnTo>
                  <a:close/>
                  <a:moveTo>
                    <a:pt x="35513" y="29385"/>
                  </a:moveTo>
                  <a:lnTo>
                    <a:pt x="35041" y="30485"/>
                  </a:lnTo>
                  <a:lnTo>
                    <a:pt x="50048" y="37242"/>
                  </a:lnTo>
                  <a:lnTo>
                    <a:pt x="50598" y="36063"/>
                  </a:lnTo>
                  <a:lnTo>
                    <a:pt x="35513" y="29385"/>
                  </a:lnTo>
                  <a:close/>
                  <a:moveTo>
                    <a:pt x="17128" y="29778"/>
                  </a:moveTo>
                  <a:lnTo>
                    <a:pt x="2122" y="36456"/>
                  </a:lnTo>
                  <a:lnTo>
                    <a:pt x="2593" y="37556"/>
                  </a:lnTo>
                  <a:lnTo>
                    <a:pt x="17678" y="30956"/>
                  </a:lnTo>
                  <a:lnTo>
                    <a:pt x="17128" y="29778"/>
                  </a:lnTo>
                  <a:close/>
                  <a:moveTo>
                    <a:pt x="34648" y="31271"/>
                  </a:moveTo>
                  <a:lnTo>
                    <a:pt x="33863" y="32292"/>
                  </a:lnTo>
                  <a:lnTo>
                    <a:pt x="47219" y="41956"/>
                  </a:lnTo>
                  <a:lnTo>
                    <a:pt x="47926" y="40934"/>
                  </a:lnTo>
                  <a:lnTo>
                    <a:pt x="34648" y="31271"/>
                  </a:lnTo>
                  <a:close/>
                  <a:moveTo>
                    <a:pt x="18149" y="31585"/>
                  </a:moveTo>
                  <a:lnTo>
                    <a:pt x="4714" y="41249"/>
                  </a:lnTo>
                  <a:lnTo>
                    <a:pt x="5500" y="42270"/>
                  </a:lnTo>
                  <a:lnTo>
                    <a:pt x="18778" y="32528"/>
                  </a:lnTo>
                  <a:lnTo>
                    <a:pt x="18149" y="31585"/>
                  </a:lnTo>
                  <a:close/>
                  <a:moveTo>
                    <a:pt x="33470" y="32921"/>
                  </a:moveTo>
                  <a:lnTo>
                    <a:pt x="32449" y="33706"/>
                  </a:lnTo>
                  <a:lnTo>
                    <a:pt x="43527" y="45963"/>
                  </a:lnTo>
                  <a:lnTo>
                    <a:pt x="44469" y="45099"/>
                  </a:lnTo>
                  <a:lnTo>
                    <a:pt x="33470" y="32921"/>
                  </a:lnTo>
                  <a:close/>
                  <a:moveTo>
                    <a:pt x="19406" y="33156"/>
                  </a:moveTo>
                  <a:lnTo>
                    <a:pt x="8328" y="45413"/>
                  </a:lnTo>
                  <a:lnTo>
                    <a:pt x="9271" y="46198"/>
                  </a:lnTo>
                  <a:lnTo>
                    <a:pt x="20349" y="34021"/>
                  </a:lnTo>
                  <a:lnTo>
                    <a:pt x="19406" y="33156"/>
                  </a:lnTo>
                  <a:close/>
                  <a:moveTo>
                    <a:pt x="31899" y="34256"/>
                  </a:moveTo>
                  <a:lnTo>
                    <a:pt x="30799" y="34885"/>
                  </a:lnTo>
                  <a:lnTo>
                    <a:pt x="39048" y="49105"/>
                  </a:lnTo>
                  <a:lnTo>
                    <a:pt x="40148" y="48477"/>
                  </a:lnTo>
                  <a:lnTo>
                    <a:pt x="31899" y="34256"/>
                  </a:lnTo>
                  <a:close/>
                  <a:moveTo>
                    <a:pt x="20978" y="34413"/>
                  </a:moveTo>
                  <a:lnTo>
                    <a:pt x="12728" y="48713"/>
                  </a:lnTo>
                  <a:lnTo>
                    <a:pt x="13828" y="49341"/>
                  </a:lnTo>
                  <a:lnTo>
                    <a:pt x="22078" y="35042"/>
                  </a:lnTo>
                  <a:lnTo>
                    <a:pt x="20978" y="34413"/>
                  </a:lnTo>
                  <a:close/>
                  <a:moveTo>
                    <a:pt x="30092" y="35199"/>
                  </a:moveTo>
                  <a:lnTo>
                    <a:pt x="28834" y="35592"/>
                  </a:lnTo>
                  <a:lnTo>
                    <a:pt x="33941" y="51227"/>
                  </a:lnTo>
                  <a:lnTo>
                    <a:pt x="35120" y="50834"/>
                  </a:lnTo>
                  <a:lnTo>
                    <a:pt x="30092" y="35199"/>
                  </a:lnTo>
                  <a:close/>
                  <a:moveTo>
                    <a:pt x="22863" y="35356"/>
                  </a:moveTo>
                  <a:lnTo>
                    <a:pt x="17756" y="50991"/>
                  </a:lnTo>
                  <a:lnTo>
                    <a:pt x="18935" y="51384"/>
                  </a:lnTo>
                  <a:lnTo>
                    <a:pt x="24042" y="35749"/>
                  </a:lnTo>
                  <a:lnTo>
                    <a:pt x="22863" y="35356"/>
                  </a:lnTo>
                  <a:close/>
                  <a:moveTo>
                    <a:pt x="24828" y="35828"/>
                  </a:moveTo>
                  <a:lnTo>
                    <a:pt x="23099" y="52248"/>
                  </a:lnTo>
                  <a:lnTo>
                    <a:pt x="24356" y="52327"/>
                  </a:lnTo>
                  <a:lnTo>
                    <a:pt x="26085" y="35985"/>
                  </a:lnTo>
                  <a:lnTo>
                    <a:pt x="24828" y="35828"/>
                  </a:lnTo>
                  <a:close/>
                  <a:moveTo>
                    <a:pt x="28127" y="35828"/>
                  </a:moveTo>
                  <a:lnTo>
                    <a:pt x="26870" y="35906"/>
                  </a:lnTo>
                  <a:lnTo>
                    <a:pt x="28599" y="52327"/>
                  </a:lnTo>
                  <a:lnTo>
                    <a:pt x="29856" y="52170"/>
                  </a:lnTo>
                  <a:lnTo>
                    <a:pt x="28127" y="35828"/>
                  </a:ln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17" name="Google Shape;103;p8"/>
            <p:cNvSpPr/>
            <p:nvPr/>
          </p:nvSpPr>
          <p:spPr>
            <a:xfrm>
              <a:off x="437760" y="4039200"/>
              <a:ext cx="550440" cy="564480"/>
            </a:xfrm>
            <a:custGeom>
              <a:avLst/>
              <a:gdLst>
                <a:gd name="textAreaLeft" fmla="*/ 0 w 550440"/>
                <a:gd name="textAreaRight" fmla="*/ 550800 w 550440"/>
                <a:gd name="textAreaTop" fmla="*/ 0 h 564480"/>
                <a:gd name="textAreaBottom" fmla="*/ 564840 h 564480"/>
              </a:gdLst>
              <a:ah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ffffff"/>
                </a:solidFill>
                <a:latin typeface="OpenSymbol"/>
              </a:endParaRPr>
            </a:p>
          </p:txBody>
        </p:sp>
      </p:grpSp>
    </p:spTree>
  </p:cSld>
  <p:clrMap bg1="lt1" bg2="lt2" tx1="dk1" tx2="dk2" accent1="accent1" accent2="accent2" accent3="accent3" accent4="accent4" accent5="accent5" accent6="accent6" hlink="hlink" folHlink="folHlink"/>
  <p:sldLayoutIdLst>
    <p:sldLayoutId id="2147483703" r:id="rId6"/>
  </p:sldLayoutIdLst>
</p:sldMaster>
</file>

<file path=ppt/slideMasters/slideMaster2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318" name="PlaceHolder 1"/>
          <p:cNvSpPr>
            <a:spLocks noGrp="1"/>
          </p:cNvSpPr>
          <p:nvPr>
            <p:ph type="title"/>
          </p:nvPr>
        </p:nvSpPr>
        <p:spPr>
          <a:xfrm>
            <a:off x="1176120" y="1089720"/>
            <a:ext cx="6791400" cy="1460520"/>
          </a:xfrm>
          <a:prstGeom prst="rect">
            <a:avLst/>
          </a:prstGeom>
          <a:noFill/>
          <a:ln w="0">
            <a:noFill/>
          </a:ln>
        </p:spPr>
        <p:txBody>
          <a:bodyPr lIns="91440" rIns="91440" tIns="91440" bIns="91440" anchor="b">
            <a:noAutofit/>
          </a:bodyPr>
          <a:p>
            <a:pPr indent="0">
              <a:buNone/>
            </a:pPr>
            <a:r>
              <a:rPr b="0" lang="fr-FR" sz="5000" spc="-1" strike="noStrike">
                <a:solidFill>
                  <a:schemeClr val="dk1"/>
                </a:solidFill>
                <a:latin typeface="Arial"/>
              </a:rPr>
              <a:t>Click to edit the title text format</a:t>
            </a:r>
            <a:endParaRPr b="0" lang="fr-FR" sz="5000" spc="-1" strike="noStrike">
              <a:solidFill>
                <a:schemeClr val="dk1"/>
              </a:solidFill>
              <a:latin typeface="Arial"/>
            </a:endParaRPr>
          </a:p>
        </p:txBody>
      </p:sp>
      <p:grpSp>
        <p:nvGrpSpPr>
          <p:cNvPr id="319" name="Google Shape;107;p9"/>
          <p:cNvGrpSpPr/>
          <p:nvPr/>
        </p:nvGrpSpPr>
        <p:grpSpPr>
          <a:xfrm>
            <a:off x="4911120" y="18720"/>
            <a:ext cx="4232520" cy="5143320"/>
            <a:chOff x="4911120" y="18720"/>
            <a:chExt cx="4232520" cy="5143320"/>
          </a:xfrm>
        </p:grpSpPr>
        <p:pic>
          <p:nvPicPr>
            <p:cNvPr id="320" name="Google Shape;108;p9" descr=""/>
            <p:cNvPicPr/>
            <p:nvPr/>
          </p:nvPicPr>
          <p:blipFill>
            <a:blip r:embed="rId2"/>
            <a:srcRect l="4409" t="12981" r="74479" b="16466"/>
            <a:stretch/>
          </p:blipFill>
          <p:spPr>
            <a:xfrm flipH="1" rot="10800000">
              <a:off x="6204600" y="18720"/>
              <a:ext cx="2939040" cy="5143320"/>
            </a:xfrm>
            <a:prstGeom prst="rect">
              <a:avLst/>
            </a:prstGeom>
            <a:ln w="0">
              <a:noFill/>
            </a:ln>
          </p:spPr>
        </p:pic>
        <p:pic>
          <p:nvPicPr>
            <p:cNvPr id="321" name="Google Shape;109;p9" descr=""/>
            <p:cNvPicPr/>
            <p:nvPr/>
          </p:nvPicPr>
          <p:blipFill>
            <a:blip r:embed="rId3"/>
            <a:srcRect l="25294" t="54959" r="42208" b="4803"/>
            <a:stretch/>
          </p:blipFill>
          <p:spPr>
            <a:xfrm flipH="1" rot="10800000">
              <a:off x="4911120" y="2418840"/>
              <a:ext cx="4232520" cy="2742840"/>
            </a:xfrm>
            <a:prstGeom prst="rect">
              <a:avLst/>
            </a:prstGeom>
            <a:ln w="0">
              <a:noFill/>
            </a:ln>
          </p:spPr>
        </p:pic>
      </p:grpSp>
      <p:grpSp>
        <p:nvGrpSpPr>
          <p:cNvPr id="322" name="Google Shape;110;p9"/>
          <p:cNvGrpSpPr/>
          <p:nvPr/>
        </p:nvGrpSpPr>
        <p:grpSpPr>
          <a:xfrm>
            <a:off x="0" y="0"/>
            <a:ext cx="4437720" cy="4143960"/>
            <a:chOff x="0" y="0"/>
            <a:chExt cx="4437720" cy="4143960"/>
          </a:xfrm>
        </p:grpSpPr>
        <p:pic>
          <p:nvPicPr>
            <p:cNvPr id="323" name="Google Shape;111;p9" descr=""/>
            <p:cNvPicPr/>
            <p:nvPr/>
          </p:nvPicPr>
          <p:blipFill>
            <a:blip r:embed="rId4"/>
            <a:srcRect l="27569" t="-5675" r="29153" b="62187"/>
            <a:stretch/>
          </p:blipFill>
          <p:spPr>
            <a:xfrm flipH="1" rot="10800000">
              <a:off x="0" y="18720"/>
              <a:ext cx="4437720" cy="2333520"/>
            </a:xfrm>
            <a:prstGeom prst="rect">
              <a:avLst/>
            </a:prstGeom>
            <a:ln w="0">
              <a:noFill/>
            </a:ln>
          </p:spPr>
        </p:pic>
        <p:pic>
          <p:nvPicPr>
            <p:cNvPr id="324" name="Google Shape;112;p9" descr=""/>
            <p:cNvPicPr/>
            <p:nvPr/>
          </p:nvPicPr>
          <p:blipFill>
            <a:blip r:embed="rId5"/>
            <a:srcRect l="-2630" t="23405" r="78746" b="12271"/>
            <a:stretch/>
          </p:blipFill>
          <p:spPr>
            <a:xfrm flipH="1">
              <a:off x="360" y="0"/>
              <a:ext cx="2939040" cy="4143960"/>
            </a:xfrm>
            <a:prstGeom prst="rect">
              <a:avLst/>
            </a:prstGeom>
            <a:ln w="0">
              <a:noFill/>
            </a:ln>
          </p:spPr>
        </p:pic>
      </p:grpSp>
      <p:grpSp>
        <p:nvGrpSpPr>
          <p:cNvPr id="325" name="Google Shape;113;p9"/>
          <p:cNvGrpSpPr/>
          <p:nvPr/>
        </p:nvGrpSpPr>
        <p:grpSpPr>
          <a:xfrm>
            <a:off x="-1623600" y="-288360"/>
            <a:ext cx="10293840" cy="5254200"/>
            <a:chOff x="-1623600" y="-288360"/>
            <a:chExt cx="10293840" cy="5254200"/>
          </a:xfrm>
        </p:grpSpPr>
        <p:sp>
          <p:nvSpPr>
            <p:cNvPr id="326" name="Google Shape;114;p9"/>
            <p:cNvSpPr/>
            <p:nvPr/>
          </p:nvSpPr>
          <p:spPr>
            <a:xfrm>
              <a:off x="-1623600" y="2536920"/>
              <a:ext cx="2429280" cy="2428920"/>
            </a:xfrm>
            <a:custGeom>
              <a:avLst/>
              <a:gdLst>
                <a:gd name="textAreaLeft" fmla="*/ 0 w 2429280"/>
                <a:gd name="textAreaRight" fmla="*/ 2429640 w 2429280"/>
                <a:gd name="textAreaTop" fmla="*/ 0 h 2428920"/>
                <a:gd name="textAreaBottom" fmla="*/ 2429280 h 2428920"/>
              </a:gdLst>
              <a:ahLst/>
              <a:rect l="textAreaLeft" t="textAreaTop" r="textAreaRight" b="textAreaBottom"/>
              <a:pathLst>
                <a:path w="97192" h="97166">
                  <a:moveTo>
                    <a:pt x="47043" y="1"/>
                  </a:moveTo>
                  <a:lnTo>
                    <a:pt x="47282" y="7412"/>
                  </a:lnTo>
                  <a:lnTo>
                    <a:pt x="47839" y="7412"/>
                  </a:lnTo>
                  <a:lnTo>
                    <a:pt x="47707" y="1"/>
                  </a:lnTo>
                  <a:close/>
                  <a:moveTo>
                    <a:pt x="50389" y="27"/>
                  </a:moveTo>
                  <a:lnTo>
                    <a:pt x="50150" y="7438"/>
                  </a:lnTo>
                  <a:lnTo>
                    <a:pt x="50708" y="7465"/>
                  </a:lnTo>
                  <a:lnTo>
                    <a:pt x="51053" y="54"/>
                  </a:lnTo>
                  <a:cubicBezTo>
                    <a:pt x="50841" y="54"/>
                    <a:pt x="50628" y="27"/>
                    <a:pt x="50389" y="27"/>
                  </a:cubicBezTo>
                  <a:close/>
                  <a:moveTo>
                    <a:pt x="44386" y="160"/>
                  </a:moveTo>
                  <a:lnTo>
                    <a:pt x="43722" y="213"/>
                  </a:lnTo>
                  <a:lnTo>
                    <a:pt x="44466" y="7598"/>
                  </a:lnTo>
                  <a:lnTo>
                    <a:pt x="45024" y="7544"/>
                  </a:lnTo>
                  <a:lnTo>
                    <a:pt x="44386" y="160"/>
                  </a:lnTo>
                  <a:close/>
                  <a:moveTo>
                    <a:pt x="53710" y="266"/>
                  </a:moveTo>
                  <a:lnTo>
                    <a:pt x="52939" y="7624"/>
                  </a:lnTo>
                  <a:lnTo>
                    <a:pt x="53524" y="7704"/>
                  </a:lnTo>
                  <a:lnTo>
                    <a:pt x="54374" y="319"/>
                  </a:lnTo>
                  <a:lnTo>
                    <a:pt x="53710" y="266"/>
                  </a:lnTo>
                  <a:close/>
                  <a:moveTo>
                    <a:pt x="41066" y="585"/>
                  </a:moveTo>
                  <a:cubicBezTo>
                    <a:pt x="40854" y="612"/>
                    <a:pt x="40615" y="638"/>
                    <a:pt x="40402" y="691"/>
                  </a:cubicBezTo>
                  <a:lnTo>
                    <a:pt x="41650" y="7996"/>
                  </a:lnTo>
                  <a:lnTo>
                    <a:pt x="42208" y="7890"/>
                  </a:lnTo>
                  <a:lnTo>
                    <a:pt x="41066" y="585"/>
                  </a:lnTo>
                  <a:close/>
                  <a:moveTo>
                    <a:pt x="57030" y="718"/>
                  </a:moveTo>
                  <a:lnTo>
                    <a:pt x="55755" y="8023"/>
                  </a:lnTo>
                  <a:lnTo>
                    <a:pt x="56313" y="8129"/>
                  </a:lnTo>
                  <a:lnTo>
                    <a:pt x="57694" y="851"/>
                  </a:lnTo>
                  <a:lnTo>
                    <a:pt x="57030" y="718"/>
                  </a:lnTo>
                  <a:close/>
                  <a:moveTo>
                    <a:pt x="37772" y="1196"/>
                  </a:moveTo>
                  <a:lnTo>
                    <a:pt x="37135" y="1355"/>
                  </a:lnTo>
                  <a:lnTo>
                    <a:pt x="38861" y="8554"/>
                  </a:lnTo>
                  <a:lnTo>
                    <a:pt x="39446" y="8421"/>
                  </a:lnTo>
                  <a:lnTo>
                    <a:pt x="37772" y="1196"/>
                  </a:lnTo>
                  <a:close/>
                  <a:moveTo>
                    <a:pt x="60297" y="1408"/>
                  </a:moveTo>
                  <a:lnTo>
                    <a:pt x="58517" y="8607"/>
                  </a:lnTo>
                  <a:lnTo>
                    <a:pt x="59075" y="8740"/>
                  </a:lnTo>
                  <a:lnTo>
                    <a:pt x="60961" y="1568"/>
                  </a:lnTo>
                  <a:cubicBezTo>
                    <a:pt x="60749" y="1515"/>
                    <a:pt x="60536" y="1462"/>
                    <a:pt x="60297" y="1408"/>
                  </a:cubicBezTo>
                  <a:close/>
                  <a:moveTo>
                    <a:pt x="34532" y="2046"/>
                  </a:moveTo>
                  <a:lnTo>
                    <a:pt x="33894" y="2232"/>
                  </a:lnTo>
                  <a:lnTo>
                    <a:pt x="36126" y="9324"/>
                  </a:lnTo>
                  <a:lnTo>
                    <a:pt x="36683" y="9138"/>
                  </a:lnTo>
                  <a:lnTo>
                    <a:pt x="34532" y="2046"/>
                  </a:lnTo>
                  <a:close/>
                  <a:moveTo>
                    <a:pt x="63538" y="2338"/>
                  </a:moveTo>
                  <a:lnTo>
                    <a:pt x="61253" y="9377"/>
                  </a:lnTo>
                  <a:lnTo>
                    <a:pt x="61811" y="9563"/>
                  </a:lnTo>
                  <a:lnTo>
                    <a:pt x="64175" y="2524"/>
                  </a:lnTo>
                  <a:lnTo>
                    <a:pt x="63538" y="2338"/>
                  </a:lnTo>
                  <a:close/>
                  <a:moveTo>
                    <a:pt x="31371" y="3135"/>
                  </a:moveTo>
                  <a:lnTo>
                    <a:pt x="30760" y="3374"/>
                  </a:lnTo>
                  <a:lnTo>
                    <a:pt x="33469" y="10254"/>
                  </a:lnTo>
                  <a:lnTo>
                    <a:pt x="34001" y="10068"/>
                  </a:lnTo>
                  <a:lnTo>
                    <a:pt x="31371" y="3135"/>
                  </a:lnTo>
                  <a:close/>
                  <a:moveTo>
                    <a:pt x="66699" y="3480"/>
                  </a:moveTo>
                  <a:lnTo>
                    <a:pt x="63910" y="10360"/>
                  </a:lnTo>
                  <a:lnTo>
                    <a:pt x="64467" y="10572"/>
                  </a:lnTo>
                  <a:lnTo>
                    <a:pt x="67310" y="3719"/>
                  </a:lnTo>
                  <a:lnTo>
                    <a:pt x="66699" y="3480"/>
                  </a:lnTo>
                  <a:close/>
                  <a:moveTo>
                    <a:pt x="28290" y="4410"/>
                  </a:moveTo>
                  <a:lnTo>
                    <a:pt x="27679" y="4702"/>
                  </a:lnTo>
                  <a:lnTo>
                    <a:pt x="30866" y="11396"/>
                  </a:lnTo>
                  <a:lnTo>
                    <a:pt x="31397" y="11157"/>
                  </a:lnTo>
                  <a:lnTo>
                    <a:pt x="28290" y="4410"/>
                  </a:lnTo>
                  <a:close/>
                  <a:moveTo>
                    <a:pt x="69753" y="4835"/>
                  </a:moveTo>
                  <a:lnTo>
                    <a:pt x="66513" y="11502"/>
                  </a:lnTo>
                  <a:lnTo>
                    <a:pt x="67044" y="11768"/>
                  </a:lnTo>
                  <a:lnTo>
                    <a:pt x="70364" y="5127"/>
                  </a:lnTo>
                  <a:lnTo>
                    <a:pt x="69753" y="4835"/>
                  </a:lnTo>
                  <a:close/>
                  <a:moveTo>
                    <a:pt x="25315" y="5898"/>
                  </a:moveTo>
                  <a:lnTo>
                    <a:pt x="24730" y="6243"/>
                  </a:lnTo>
                  <a:lnTo>
                    <a:pt x="28369" y="12697"/>
                  </a:lnTo>
                  <a:lnTo>
                    <a:pt x="28847" y="12432"/>
                  </a:lnTo>
                  <a:lnTo>
                    <a:pt x="25315" y="5898"/>
                  </a:lnTo>
                  <a:close/>
                  <a:moveTo>
                    <a:pt x="72728" y="6402"/>
                  </a:moveTo>
                  <a:lnTo>
                    <a:pt x="69036" y="12830"/>
                  </a:lnTo>
                  <a:lnTo>
                    <a:pt x="69514" y="13122"/>
                  </a:lnTo>
                  <a:lnTo>
                    <a:pt x="73286" y="6721"/>
                  </a:lnTo>
                  <a:lnTo>
                    <a:pt x="72728" y="6402"/>
                  </a:lnTo>
                  <a:close/>
                  <a:moveTo>
                    <a:pt x="22446" y="7598"/>
                  </a:moveTo>
                  <a:lnTo>
                    <a:pt x="21888" y="7969"/>
                  </a:lnTo>
                  <a:lnTo>
                    <a:pt x="25952" y="14185"/>
                  </a:lnTo>
                  <a:lnTo>
                    <a:pt x="26430" y="13866"/>
                  </a:lnTo>
                  <a:lnTo>
                    <a:pt x="22446" y="7598"/>
                  </a:lnTo>
                  <a:close/>
                  <a:moveTo>
                    <a:pt x="75570" y="8155"/>
                  </a:moveTo>
                  <a:lnTo>
                    <a:pt x="71453" y="14344"/>
                  </a:lnTo>
                  <a:lnTo>
                    <a:pt x="71905" y="14637"/>
                  </a:lnTo>
                  <a:lnTo>
                    <a:pt x="76128" y="8554"/>
                  </a:lnTo>
                  <a:lnTo>
                    <a:pt x="75570" y="8155"/>
                  </a:lnTo>
                  <a:close/>
                  <a:moveTo>
                    <a:pt x="19684" y="9510"/>
                  </a:moveTo>
                  <a:lnTo>
                    <a:pt x="19152" y="9908"/>
                  </a:lnTo>
                  <a:lnTo>
                    <a:pt x="23641" y="15805"/>
                  </a:lnTo>
                  <a:lnTo>
                    <a:pt x="24093" y="15487"/>
                  </a:lnTo>
                  <a:lnTo>
                    <a:pt x="19684" y="9510"/>
                  </a:lnTo>
                  <a:close/>
                  <a:moveTo>
                    <a:pt x="78280" y="10121"/>
                  </a:moveTo>
                  <a:lnTo>
                    <a:pt x="73738" y="15991"/>
                  </a:lnTo>
                  <a:lnTo>
                    <a:pt x="74189" y="16337"/>
                  </a:lnTo>
                  <a:lnTo>
                    <a:pt x="78811" y="10546"/>
                  </a:lnTo>
                  <a:lnTo>
                    <a:pt x="78280" y="10121"/>
                  </a:lnTo>
                  <a:close/>
                  <a:moveTo>
                    <a:pt x="17054" y="11608"/>
                  </a:moveTo>
                  <a:lnTo>
                    <a:pt x="16549" y="12033"/>
                  </a:lnTo>
                  <a:lnTo>
                    <a:pt x="21437" y="17611"/>
                  </a:lnTo>
                  <a:lnTo>
                    <a:pt x="21888" y="17240"/>
                  </a:lnTo>
                  <a:lnTo>
                    <a:pt x="17054" y="11608"/>
                  </a:lnTo>
                  <a:close/>
                  <a:moveTo>
                    <a:pt x="80856" y="12246"/>
                  </a:moveTo>
                  <a:lnTo>
                    <a:pt x="75916" y="17797"/>
                  </a:lnTo>
                  <a:lnTo>
                    <a:pt x="76367" y="18169"/>
                  </a:lnTo>
                  <a:lnTo>
                    <a:pt x="81361" y="12697"/>
                  </a:lnTo>
                  <a:lnTo>
                    <a:pt x="80856" y="12246"/>
                  </a:lnTo>
                  <a:close/>
                  <a:moveTo>
                    <a:pt x="14610" y="13866"/>
                  </a:moveTo>
                  <a:cubicBezTo>
                    <a:pt x="14451" y="13999"/>
                    <a:pt x="14291" y="14158"/>
                    <a:pt x="14132" y="14318"/>
                  </a:cubicBezTo>
                  <a:lnTo>
                    <a:pt x="19391" y="19551"/>
                  </a:lnTo>
                  <a:lnTo>
                    <a:pt x="19790" y="19179"/>
                  </a:lnTo>
                  <a:lnTo>
                    <a:pt x="14610" y="13866"/>
                  </a:lnTo>
                  <a:close/>
                  <a:moveTo>
                    <a:pt x="83300" y="14557"/>
                  </a:moveTo>
                  <a:lnTo>
                    <a:pt x="77988" y="19763"/>
                  </a:lnTo>
                  <a:cubicBezTo>
                    <a:pt x="78120" y="19869"/>
                    <a:pt x="78253" y="20029"/>
                    <a:pt x="78386" y="20161"/>
                  </a:cubicBezTo>
                  <a:lnTo>
                    <a:pt x="83752" y="15035"/>
                  </a:lnTo>
                  <a:cubicBezTo>
                    <a:pt x="83592" y="14876"/>
                    <a:pt x="83459" y="14716"/>
                    <a:pt x="83300" y="14557"/>
                  </a:cubicBezTo>
                  <a:close/>
                  <a:moveTo>
                    <a:pt x="12299" y="16257"/>
                  </a:moveTo>
                  <a:lnTo>
                    <a:pt x="11848" y="16762"/>
                  </a:lnTo>
                  <a:lnTo>
                    <a:pt x="17452" y="21622"/>
                  </a:lnTo>
                  <a:cubicBezTo>
                    <a:pt x="17585" y="21490"/>
                    <a:pt x="17691" y="21357"/>
                    <a:pt x="17824" y="21197"/>
                  </a:cubicBezTo>
                  <a:lnTo>
                    <a:pt x="12299" y="16257"/>
                  </a:lnTo>
                  <a:close/>
                  <a:moveTo>
                    <a:pt x="85531" y="17027"/>
                  </a:moveTo>
                  <a:lnTo>
                    <a:pt x="79900" y="21835"/>
                  </a:lnTo>
                  <a:cubicBezTo>
                    <a:pt x="80033" y="21968"/>
                    <a:pt x="80139" y="22127"/>
                    <a:pt x="80272" y="22260"/>
                  </a:cubicBezTo>
                  <a:lnTo>
                    <a:pt x="85983" y="17532"/>
                  </a:lnTo>
                  <a:lnTo>
                    <a:pt x="85531" y="17027"/>
                  </a:lnTo>
                  <a:close/>
                  <a:moveTo>
                    <a:pt x="10148" y="18833"/>
                  </a:moveTo>
                  <a:lnTo>
                    <a:pt x="9749" y="19365"/>
                  </a:lnTo>
                  <a:lnTo>
                    <a:pt x="15673" y="23827"/>
                  </a:lnTo>
                  <a:lnTo>
                    <a:pt x="16018" y="23402"/>
                  </a:lnTo>
                  <a:lnTo>
                    <a:pt x="10148" y="18833"/>
                  </a:lnTo>
                  <a:close/>
                  <a:moveTo>
                    <a:pt x="87630" y="19630"/>
                  </a:moveTo>
                  <a:lnTo>
                    <a:pt x="81680" y="24040"/>
                  </a:lnTo>
                  <a:lnTo>
                    <a:pt x="82025" y="24518"/>
                  </a:lnTo>
                  <a:lnTo>
                    <a:pt x="88028" y="20161"/>
                  </a:lnTo>
                  <a:lnTo>
                    <a:pt x="87630" y="19630"/>
                  </a:lnTo>
                  <a:close/>
                  <a:moveTo>
                    <a:pt x="8182" y="21543"/>
                  </a:moveTo>
                  <a:cubicBezTo>
                    <a:pt x="8076" y="21729"/>
                    <a:pt x="7943" y="21915"/>
                    <a:pt x="7810" y="22101"/>
                  </a:cubicBezTo>
                  <a:lnTo>
                    <a:pt x="14052" y="26165"/>
                  </a:lnTo>
                  <a:lnTo>
                    <a:pt x="14345" y="25686"/>
                  </a:lnTo>
                  <a:lnTo>
                    <a:pt x="8182" y="21543"/>
                  </a:lnTo>
                  <a:close/>
                  <a:moveTo>
                    <a:pt x="89542" y="22366"/>
                  </a:moveTo>
                  <a:lnTo>
                    <a:pt x="83273" y="26377"/>
                  </a:lnTo>
                  <a:cubicBezTo>
                    <a:pt x="83380" y="26536"/>
                    <a:pt x="83486" y="26696"/>
                    <a:pt x="83566" y="26855"/>
                  </a:cubicBezTo>
                  <a:lnTo>
                    <a:pt x="83592" y="26855"/>
                  </a:lnTo>
                  <a:lnTo>
                    <a:pt x="89887" y="22924"/>
                  </a:lnTo>
                  <a:cubicBezTo>
                    <a:pt x="89781" y="22738"/>
                    <a:pt x="89648" y="22552"/>
                    <a:pt x="89542" y="22366"/>
                  </a:cubicBezTo>
                  <a:close/>
                  <a:moveTo>
                    <a:pt x="6429" y="24411"/>
                  </a:moveTo>
                  <a:cubicBezTo>
                    <a:pt x="6296" y="24597"/>
                    <a:pt x="6190" y="24783"/>
                    <a:pt x="6084" y="24969"/>
                  </a:cubicBezTo>
                  <a:lnTo>
                    <a:pt x="12565" y="28582"/>
                  </a:lnTo>
                  <a:cubicBezTo>
                    <a:pt x="12671" y="28422"/>
                    <a:pt x="12751" y="28263"/>
                    <a:pt x="12857" y="28104"/>
                  </a:cubicBezTo>
                  <a:lnTo>
                    <a:pt x="6429" y="24411"/>
                  </a:lnTo>
                  <a:close/>
                  <a:moveTo>
                    <a:pt x="91242" y="25261"/>
                  </a:moveTo>
                  <a:lnTo>
                    <a:pt x="84734" y="28821"/>
                  </a:lnTo>
                  <a:cubicBezTo>
                    <a:pt x="84814" y="28980"/>
                    <a:pt x="84894" y="29140"/>
                    <a:pt x="85000" y="29325"/>
                  </a:cubicBezTo>
                  <a:lnTo>
                    <a:pt x="91561" y="25819"/>
                  </a:lnTo>
                  <a:lnTo>
                    <a:pt x="91242" y="25261"/>
                  </a:lnTo>
                  <a:close/>
                  <a:moveTo>
                    <a:pt x="4862" y="27360"/>
                  </a:moveTo>
                  <a:cubicBezTo>
                    <a:pt x="4756" y="27546"/>
                    <a:pt x="4649" y="27758"/>
                    <a:pt x="4570" y="27971"/>
                  </a:cubicBezTo>
                  <a:lnTo>
                    <a:pt x="11290" y="31132"/>
                  </a:lnTo>
                  <a:cubicBezTo>
                    <a:pt x="11370" y="30946"/>
                    <a:pt x="11449" y="30786"/>
                    <a:pt x="11529" y="30600"/>
                  </a:cubicBezTo>
                  <a:lnTo>
                    <a:pt x="4862" y="27360"/>
                  </a:lnTo>
                  <a:close/>
                  <a:moveTo>
                    <a:pt x="92730" y="28236"/>
                  </a:moveTo>
                  <a:lnTo>
                    <a:pt x="86009" y="31344"/>
                  </a:lnTo>
                  <a:cubicBezTo>
                    <a:pt x="86089" y="31504"/>
                    <a:pt x="86142" y="31690"/>
                    <a:pt x="86222" y="31849"/>
                  </a:cubicBezTo>
                  <a:lnTo>
                    <a:pt x="86248" y="31849"/>
                  </a:lnTo>
                  <a:lnTo>
                    <a:pt x="93022" y="28847"/>
                  </a:lnTo>
                  <a:cubicBezTo>
                    <a:pt x="92942" y="28635"/>
                    <a:pt x="92836" y="28422"/>
                    <a:pt x="92730" y="28236"/>
                  </a:cubicBezTo>
                  <a:close/>
                  <a:moveTo>
                    <a:pt x="3481" y="30415"/>
                  </a:moveTo>
                  <a:lnTo>
                    <a:pt x="3242" y="31052"/>
                  </a:lnTo>
                  <a:lnTo>
                    <a:pt x="10174" y="33735"/>
                  </a:lnTo>
                  <a:cubicBezTo>
                    <a:pt x="10227" y="33549"/>
                    <a:pt x="10307" y="33363"/>
                    <a:pt x="10387" y="33204"/>
                  </a:cubicBezTo>
                  <a:lnTo>
                    <a:pt x="10360" y="33204"/>
                  </a:lnTo>
                  <a:lnTo>
                    <a:pt x="3481" y="30415"/>
                  </a:lnTo>
                  <a:close/>
                  <a:moveTo>
                    <a:pt x="94031" y="31318"/>
                  </a:moveTo>
                  <a:lnTo>
                    <a:pt x="87098" y="33947"/>
                  </a:lnTo>
                  <a:cubicBezTo>
                    <a:pt x="87151" y="34107"/>
                    <a:pt x="87231" y="34293"/>
                    <a:pt x="87284" y="34479"/>
                  </a:cubicBezTo>
                  <a:lnTo>
                    <a:pt x="94270" y="31929"/>
                  </a:lnTo>
                  <a:lnTo>
                    <a:pt x="94031" y="31318"/>
                  </a:lnTo>
                  <a:close/>
                  <a:moveTo>
                    <a:pt x="2338" y="33575"/>
                  </a:moveTo>
                  <a:cubicBezTo>
                    <a:pt x="2285" y="33788"/>
                    <a:pt x="2206" y="34000"/>
                    <a:pt x="2153" y="34213"/>
                  </a:cubicBezTo>
                  <a:lnTo>
                    <a:pt x="9218" y="36418"/>
                  </a:lnTo>
                  <a:cubicBezTo>
                    <a:pt x="9298" y="36232"/>
                    <a:pt x="9351" y="36046"/>
                    <a:pt x="9404" y="35860"/>
                  </a:cubicBezTo>
                  <a:lnTo>
                    <a:pt x="2338" y="33575"/>
                  </a:lnTo>
                  <a:close/>
                  <a:moveTo>
                    <a:pt x="95120" y="34479"/>
                  </a:moveTo>
                  <a:lnTo>
                    <a:pt x="88001" y="36630"/>
                  </a:lnTo>
                  <a:cubicBezTo>
                    <a:pt x="88055" y="36816"/>
                    <a:pt x="88108" y="37002"/>
                    <a:pt x="88161" y="37188"/>
                  </a:cubicBezTo>
                  <a:lnTo>
                    <a:pt x="95306" y="35116"/>
                  </a:lnTo>
                  <a:cubicBezTo>
                    <a:pt x="95226" y="34904"/>
                    <a:pt x="95173" y="34691"/>
                    <a:pt x="95120" y="34479"/>
                  </a:cubicBezTo>
                  <a:close/>
                  <a:moveTo>
                    <a:pt x="1435" y="36789"/>
                  </a:moveTo>
                  <a:lnTo>
                    <a:pt x="1276" y="37454"/>
                  </a:lnTo>
                  <a:lnTo>
                    <a:pt x="8501" y="39154"/>
                  </a:lnTo>
                  <a:cubicBezTo>
                    <a:pt x="8527" y="38968"/>
                    <a:pt x="8581" y="38755"/>
                    <a:pt x="8634" y="38596"/>
                  </a:cubicBezTo>
                  <a:lnTo>
                    <a:pt x="1435" y="36789"/>
                  </a:lnTo>
                  <a:close/>
                  <a:moveTo>
                    <a:pt x="95970" y="37693"/>
                  </a:moveTo>
                  <a:lnTo>
                    <a:pt x="88745" y="39366"/>
                  </a:lnTo>
                  <a:cubicBezTo>
                    <a:pt x="88772" y="39552"/>
                    <a:pt x="88825" y="39738"/>
                    <a:pt x="88851" y="39924"/>
                  </a:cubicBezTo>
                  <a:lnTo>
                    <a:pt x="96103" y="38357"/>
                  </a:lnTo>
                  <a:cubicBezTo>
                    <a:pt x="96076" y="38144"/>
                    <a:pt x="96023" y="37932"/>
                    <a:pt x="95970" y="37693"/>
                  </a:cubicBezTo>
                  <a:close/>
                  <a:moveTo>
                    <a:pt x="745" y="40057"/>
                  </a:moveTo>
                  <a:cubicBezTo>
                    <a:pt x="692" y="40296"/>
                    <a:pt x="665" y="40508"/>
                    <a:pt x="638" y="40721"/>
                  </a:cubicBezTo>
                  <a:lnTo>
                    <a:pt x="7943" y="41916"/>
                  </a:lnTo>
                  <a:cubicBezTo>
                    <a:pt x="7970" y="41757"/>
                    <a:pt x="7996" y="41544"/>
                    <a:pt x="8023" y="41358"/>
                  </a:cubicBezTo>
                  <a:lnTo>
                    <a:pt x="8049" y="41358"/>
                  </a:lnTo>
                  <a:lnTo>
                    <a:pt x="745" y="40057"/>
                  </a:lnTo>
                  <a:close/>
                  <a:moveTo>
                    <a:pt x="96608" y="40986"/>
                  </a:moveTo>
                  <a:lnTo>
                    <a:pt x="89276" y="42155"/>
                  </a:lnTo>
                  <a:cubicBezTo>
                    <a:pt x="89303" y="42341"/>
                    <a:pt x="89330" y="42527"/>
                    <a:pt x="89356" y="42713"/>
                  </a:cubicBezTo>
                  <a:lnTo>
                    <a:pt x="96687" y="41650"/>
                  </a:lnTo>
                  <a:lnTo>
                    <a:pt x="96608" y="40986"/>
                  </a:lnTo>
                  <a:close/>
                  <a:moveTo>
                    <a:pt x="267" y="43377"/>
                  </a:moveTo>
                  <a:cubicBezTo>
                    <a:pt x="240" y="43589"/>
                    <a:pt x="213" y="43828"/>
                    <a:pt x="187" y="44041"/>
                  </a:cubicBezTo>
                  <a:lnTo>
                    <a:pt x="7571" y="44732"/>
                  </a:lnTo>
                  <a:cubicBezTo>
                    <a:pt x="7598" y="44546"/>
                    <a:pt x="7624" y="44360"/>
                    <a:pt x="7651" y="44174"/>
                  </a:cubicBezTo>
                  <a:lnTo>
                    <a:pt x="7624" y="44174"/>
                  </a:lnTo>
                  <a:lnTo>
                    <a:pt x="267" y="43377"/>
                  </a:lnTo>
                  <a:close/>
                  <a:moveTo>
                    <a:pt x="97006" y="44307"/>
                  </a:moveTo>
                  <a:lnTo>
                    <a:pt x="89595" y="44971"/>
                  </a:lnTo>
                  <a:cubicBezTo>
                    <a:pt x="89622" y="45157"/>
                    <a:pt x="89648" y="45343"/>
                    <a:pt x="89648" y="45528"/>
                  </a:cubicBezTo>
                  <a:lnTo>
                    <a:pt x="97059" y="44971"/>
                  </a:lnTo>
                  <a:cubicBezTo>
                    <a:pt x="97059" y="44758"/>
                    <a:pt x="97006" y="44546"/>
                    <a:pt x="97006" y="44307"/>
                  </a:cubicBezTo>
                  <a:close/>
                  <a:moveTo>
                    <a:pt x="28" y="46724"/>
                  </a:moveTo>
                  <a:cubicBezTo>
                    <a:pt x="28" y="46936"/>
                    <a:pt x="1" y="47175"/>
                    <a:pt x="1" y="47388"/>
                  </a:cubicBezTo>
                  <a:lnTo>
                    <a:pt x="7412" y="47574"/>
                  </a:lnTo>
                  <a:cubicBezTo>
                    <a:pt x="7412" y="47388"/>
                    <a:pt x="7438" y="47175"/>
                    <a:pt x="7438" y="46989"/>
                  </a:cubicBezTo>
                  <a:lnTo>
                    <a:pt x="28" y="46724"/>
                  </a:lnTo>
                  <a:close/>
                  <a:moveTo>
                    <a:pt x="97192" y="47653"/>
                  </a:moveTo>
                  <a:lnTo>
                    <a:pt x="89781" y="47786"/>
                  </a:lnTo>
                  <a:cubicBezTo>
                    <a:pt x="89755" y="47972"/>
                    <a:pt x="89755" y="48185"/>
                    <a:pt x="89781" y="48371"/>
                  </a:cubicBezTo>
                  <a:lnTo>
                    <a:pt x="97192" y="48318"/>
                  </a:lnTo>
                  <a:lnTo>
                    <a:pt x="97192" y="47653"/>
                  </a:lnTo>
                  <a:close/>
                  <a:moveTo>
                    <a:pt x="89781" y="48583"/>
                  </a:moveTo>
                  <a:lnTo>
                    <a:pt x="89781" y="49141"/>
                  </a:lnTo>
                  <a:lnTo>
                    <a:pt x="97192" y="49247"/>
                  </a:lnTo>
                  <a:lnTo>
                    <a:pt x="97192" y="48583"/>
                  </a:lnTo>
                  <a:close/>
                  <a:moveTo>
                    <a:pt x="7412" y="49832"/>
                  </a:moveTo>
                  <a:lnTo>
                    <a:pt x="1" y="50044"/>
                  </a:lnTo>
                  <a:cubicBezTo>
                    <a:pt x="1" y="50257"/>
                    <a:pt x="1" y="50496"/>
                    <a:pt x="28" y="50708"/>
                  </a:cubicBezTo>
                  <a:lnTo>
                    <a:pt x="7438" y="50389"/>
                  </a:lnTo>
                  <a:lnTo>
                    <a:pt x="7412" y="49832"/>
                  </a:lnTo>
                  <a:close/>
                  <a:moveTo>
                    <a:pt x="89675" y="51425"/>
                  </a:moveTo>
                  <a:cubicBezTo>
                    <a:pt x="89648" y="51611"/>
                    <a:pt x="89648" y="51797"/>
                    <a:pt x="89622" y="51983"/>
                  </a:cubicBezTo>
                  <a:lnTo>
                    <a:pt x="97033" y="52594"/>
                  </a:lnTo>
                  <a:cubicBezTo>
                    <a:pt x="97033" y="52355"/>
                    <a:pt x="97059" y="52142"/>
                    <a:pt x="97086" y="51930"/>
                  </a:cubicBezTo>
                  <a:lnTo>
                    <a:pt x="89675" y="51425"/>
                  </a:lnTo>
                  <a:close/>
                  <a:moveTo>
                    <a:pt x="7598" y="52674"/>
                  </a:moveTo>
                  <a:lnTo>
                    <a:pt x="213" y="53391"/>
                  </a:lnTo>
                  <a:cubicBezTo>
                    <a:pt x="240" y="53603"/>
                    <a:pt x="267" y="53816"/>
                    <a:pt x="293" y="54055"/>
                  </a:cubicBezTo>
                  <a:lnTo>
                    <a:pt x="7651" y="53232"/>
                  </a:lnTo>
                  <a:lnTo>
                    <a:pt x="7598" y="52674"/>
                  </a:lnTo>
                  <a:close/>
                  <a:moveTo>
                    <a:pt x="89409" y="54241"/>
                  </a:moveTo>
                  <a:cubicBezTo>
                    <a:pt x="89356" y="54427"/>
                    <a:pt x="89330" y="54613"/>
                    <a:pt x="89330" y="54799"/>
                  </a:cubicBezTo>
                  <a:lnTo>
                    <a:pt x="96661" y="55914"/>
                  </a:lnTo>
                  <a:cubicBezTo>
                    <a:pt x="96687" y="55675"/>
                    <a:pt x="96714" y="55463"/>
                    <a:pt x="96740" y="55250"/>
                  </a:cubicBezTo>
                  <a:lnTo>
                    <a:pt x="89409" y="54241"/>
                  </a:lnTo>
                  <a:close/>
                  <a:moveTo>
                    <a:pt x="7970" y="55463"/>
                  </a:moveTo>
                  <a:lnTo>
                    <a:pt x="665" y="56711"/>
                  </a:lnTo>
                  <a:cubicBezTo>
                    <a:pt x="718" y="56924"/>
                    <a:pt x="745" y="57136"/>
                    <a:pt x="798" y="57375"/>
                  </a:cubicBezTo>
                  <a:lnTo>
                    <a:pt x="8102" y="56047"/>
                  </a:lnTo>
                  <a:cubicBezTo>
                    <a:pt x="8049" y="55835"/>
                    <a:pt x="7996" y="55649"/>
                    <a:pt x="7970" y="55463"/>
                  </a:cubicBezTo>
                  <a:close/>
                  <a:moveTo>
                    <a:pt x="88905" y="57030"/>
                  </a:moveTo>
                  <a:cubicBezTo>
                    <a:pt x="88854" y="57208"/>
                    <a:pt x="88827" y="57385"/>
                    <a:pt x="88779" y="57563"/>
                  </a:cubicBezTo>
                  <a:lnTo>
                    <a:pt x="88779" y="57563"/>
                  </a:lnTo>
                  <a:lnTo>
                    <a:pt x="88772" y="57561"/>
                  </a:lnTo>
                  <a:lnTo>
                    <a:pt x="88772" y="57588"/>
                  </a:lnTo>
                  <a:cubicBezTo>
                    <a:pt x="88774" y="57579"/>
                    <a:pt x="88776" y="57571"/>
                    <a:pt x="88779" y="57563"/>
                  </a:cubicBezTo>
                  <a:lnTo>
                    <a:pt x="88779" y="57563"/>
                  </a:lnTo>
                  <a:lnTo>
                    <a:pt x="96023" y="59208"/>
                  </a:lnTo>
                  <a:cubicBezTo>
                    <a:pt x="96076" y="58996"/>
                    <a:pt x="96130" y="58757"/>
                    <a:pt x="96156" y="58544"/>
                  </a:cubicBezTo>
                  <a:lnTo>
                    <a:pt x="88905" y="57030"/>
                  </a:lnTo>
                  <a:close/>
                  <a:moveTo>
                    <a:pt x="8554" y="58252"/>
                  </a:moveTo>
                  <a:lnTo>
                    <a:pt x="1329" y="59978"/>
                  </a:lnTo>
                  <a:lnTo>
                    <a:pt x="1488" y="60642"/>
                  </a:lnTo>
                  <a:lnTo>
                    <a:pt x="8687" y="58810"/>
                  </a:lnTo>
                  <a:cubicBezTo>
                    <a:pt x="8634" y="58624"/>
                    <a:pt x="8581" y="58438"/>
                    <a:pt x="8554" y="58252"/>
                  </a:cubicBezTo>
                  <a:close/>
                  <a:moveTo>
                    <a:pt x="88241" y="59766"/>
                  </a:moveTo>
                  <a:cubicBezTo>
                    <a:pt x="88161" y="59978"/>
                    <a:pt x="88134" y="60138"/>
                    <a:pt x="88081" y="60324"/>
                  </a:cubicBezTo>
                  <a:lnTo>
                    <a:pt x="95173" y="62449"/>
                  </a:lnTo>
                  <a:cubicBezTo>
                    <a:pt x="95253" y="62236"/>
                    <a:pt x="95306" y="62024"/>
                    <a:pt x="95359" y="61785"/>
                  </a:cubicBezTo>
                  <a:lnTo>
                    <a:pt x="88241" y="59766"/>
                  </a:lnTo>
                  <a:close/>
                  <a:moveTo>
                    <a:pt x="9298" y="60988"/>
                  </a:moveTo>
                  <a:lnTo>
                    <a:pt x="2232" y="63192"/>
                  </a:lnTo>
                  <a:cubicBezTo>
                    <a:pt x="2285" y="63405"/>
                    <a:pt x="2365" y="63644"/>
                    <a:pt x="2418" y="63856"/>
                  </a:cubicBezTo>
                  <a:lnTo>
                    <a:pt x="9484" y="61519"/>
                  </a:lnTo>
                  <a:cubicBezTo>
                    <a:pt x="9404" y="61333"/>
                    <a:pt x="9351" y="61147"/>
                    <a:pt x="9298" y="60988"/>
                  </a:cubicBezTo>
                  <a:close/>
                  <a:moveTo>
                    <a:pt x="87391" y="62475"/>
                  </a:moveTo>
                  <a:cubicBezTo>
                    <a:pt x="87311" y="62661"/>
                    <a:pt x="87231" y="62847"/>
                    <a:pt x="87178" y="63006"/>
                  </a:cubicBezTo>
                  <a:lnTo>
                    <a:pt x="94111" y="65610"/>
                  </a:lnTo>
                  <a:lnTo>
                    <a:pt x="94350" y="64972"/>
                  </a:lnTo>
                  <a:lnTo>
                    <a:pt x="87391" y="62475"/>
                  </a:lnTo>
                  <a:close/>
                  <a:moveTo>
                    <a:pt x="10254" y="63671"/>
                  </a:moveTo>
                  <a:lnTo>
                    <a:pt x="3348" y="66380"/>
                  </a:lnTo>
                  <a:cubicBezTo>
                    <a:pt x="3427" y="66592"/>
                    <a:pt x="3507" y="66778"/>
                    <a:pt x="3587" y="66991"/>
                  </a:cubicBezTo>
                  <a:lnTo>
                    <a:pt x="10466" y="64175"/>
                  </a:lnTo>
                  <a:lnTo>
                    <a:pt x="10254" y="63671"/>
                  </a:lnTo>
                  <a:close/>
                  <a:moveTo>
                    <a:pt x="86301" y="65105"/>
                  </a:moveTo>
                  <a:cubicBezTo>
                    <a:pt x="86250" y="65283"/>
                    <a:pt x="86175" y="65462"/>
                    <a:pt x="86099" y="65640"/>
                  </a:cubicBezTo>
                  <a:lnTo>
                    <a:pt x="86099" y="65640"/>
                  </a:lnTo>
                  <a:lnTo>
                    <a:pt x="86089" y="65636"/>
                  </a:lnTo>
                  <a:lnTo>
                    <a:pt x="86089" y="65663"/>
                  </a:lnTo>
                  <a:cubicBezTo>
                    <a:pt x="86092" y="65655"/>
                    <a:pt x="86095" y="65648"/>
                    <a:pt x="86099" y="65640"/>
                  </a:cubicBezTo>
                  <a:lnTo>
                    <a:pt x="86099" y="65640"/>
                  </a:lnTo>
                  <a:lnTo>
                    <a:pt x="92836" y="68717"/>
                  </a:lnTo>
                  <a:cubicBezTo>
                    <a:pt x="92915" y="68505"/>
                    <a:pt x="93022" y="68319"/>
                    <a:pt x="93101" y="68106"/>
                  </a:cubicBezTo>
                  <a:lnTo>
                    <a:pt x="86301" y="65105"/>
                  </a:lnTo>
                  <a:close/>
                  <a:moveTo>
                    <a:pt x="11370" y="66247"/>
                  </a:moveTo>
                  <a:lnTo>
                    <a:pt x="4676" y="69435"/>
                  </a:lnTo>
                  <a:lnTo>
                    <a:pt x="4968" y="70045"/>
                  </a:lnTo>
                  <a:lnTo>
                    <a:pt x="11635" y="66752"/>
                  </a:lnTo>
                  <a:cubicBezTo>
                    <a:pt x="11529" y="66592"/>
                    <a:pt x="11449" y="66406"/>
                    <a:pt x="11370" y="66247"/>
                  </a:cubicBezTo>
                  <a:close/>
                  <a:moveTo>
                    <a:pt x="85080" y="67681"/>
                  </a:moveTo>
                  <a:lnTo>
                    <a:pt x="84814" y="68186"/>
                  </a:lnTo>
                  <a:lnTo>
                    <a:pt x="91348" y="71719"/>
                  </a:lnTo>
                  <a:lnTo>
                    <a:pt x="91640" y="71135"/>
                  </a:lnTo>
                  <a:lnTo>
                    <a:pt x="85080" y="67681"/>
                  </a:lnTo>
                  <a:close/>
                  <a:moveTo>
                    <a:pt x="12671" y="68744"/>
                  </a:moveTo>
                  <a:lnTo>
                    <a:pt x="12671" y="68770"/>
                  </a:lnTo>
                  <a:lnTo>
                    <a:pt x="6217" y="72383"/>
                  </a:lnTo>
                  <a:cubicBezTo>
                    <a:pt x="6323" y="72595"/>
                    <a:pt x="6429" y="72781"/>
                    <a:pt x="6535" y="72967"/>
                  </a:cubicBezTo>
                  <a:lnTo>
                    <a:pt x="12963" y="69249"/>
                  </a:lnTo>
                  <a:cubicBezTo>
                    <a:pt x="12857" y="69089"/>
                    <a:pt x="12777" y="68930"/>
                    <a:pt x="12671" y="68744"/>
                  </a:cubicBezTo>
                  <a:close/>
                  <a:moveTo>
                    <a:pt x="83698" y="70152"/>
                  </a:moveTo>
                  <a:lnTo>
                    <a:pt x="83380" y="70630"/>
                  </a:lnTo>
                  <a:lnTo>
                    <a:pt x="89648" y="74614"/>
                  </a:lnTo>
                  <a:cubicBezTo>
                    <a:pt x="89781" y="74428"/>
                    <a:pt x="89887" y="74242"/>
                    <a:pt x="89994" y="74056"/>
                  </a:cubicBezTo>
                  <a:lnTo>
                    <a:pt x="83698" y="70152"/>
                  </a:lnTo>
                  <a:close/>
                  <a:moveTo>
                    <a:pt x="14132" y="71161"/>
                  </a:moveTo>
                  <a:lnTo>
                    <a:pt x="7943" y="75252"/>
                  </a:lnTo>
                  <a:cubicBezTo>
                    <a:pt x="8076" y="75438"/>
                    <a:pt x="8182" y="75624"/>
                    <a:pt x="8315" y="75810"/>
                  </a:cubicBezTo>
                  <a:lnTo>
                    <a:pt x="14451" y="71639"/>
                  </a:lnTo>
                  <a:cubicBezTo>
                    <a:pt x="14345" y="71480"/>
                    <a:pt x="14238" y="71320"/>
                    <a:pt x="14132" y="71161"/>
                  </a:cubicBezTo>
                  <a:close/>
                  <a:moveTo>
                    <a:pt x="82131" y="72489"/>
                  </a:moveTo>
                  <a:lnTo>
                    <a:pt x="81786" y="72967"/>
                  </a:lnTo>
                  <a:lnTo>
                    <a:pt x="87762" y="77350"/>
                  </a:lnTo>
                  <a:lnTo>
                    <a:pt x="88161" y="76819"/>
                  </a:lnTo>
                  <a:lnTo>
                    <a:pt x="82131" y="72489"/>
                  </a:lnTo>
                  <a:close/>
                  <a:moveTo>
                    <a:pt x="15779" y="73472"/>
                  </a:moveTo>
                  <a:lnTo>
                    <a:pt x="9882" y="77961"/>
                  </a:lnTo>
                  <a:cubicBezTo>
                    <a:pt x="10015" y="78147"/>
                    <a:pt x="10148" y="78333"/>
                    <a:pt x="10281" y="78492"/>
                  </a:cubicBezTo>
                  <a:lnTo>
                    <a:pt x="16124" y="73924"/>
                  </a:lnTo>
                  <a:lnTo>
                    <a:pt x="15779" y="73472"/>
                  </a:lnTo>
                  <a:close/>
                  <a:moveTo>
                    <a:pt x="80378" y="74747"/>
                  </a:moveTo>
                  <a:lnTo>
                    <a:pt x="80033" y="75199"/>
                  </a:lnTo>
                  <a:lnTo>
                    <a:pt x="85664" y="80006"/>
                  </a:lnTo>
                  <a:cubicBezTo>
                    <a:pt x="85823" y="79820"/>
                    <a:pt x="85956" y="79661"/>
                    <a:pt x="86089" y="79475"/>
                  </a:cubicBezTo>
                  <a:lnTo>
                    <a:pt x="80378" y="74747"/>
                  </a:lnTo>
                  <a:close/>
                  <a:moveTo>
                    <a:pt x="17585" y="75677"/>
                  </a:moveTo>
                  <a:lnTo>
                    <a:pt x="11981" y="80564"/>
                  </a:lnTo>
                  <a:lnTo>
                    <a:pt x="12432" y="81069"/>
                  </a:lnTo>
                  <a:lnTo>
                    <a:pt x="17957" y="76102"/>
                  </a:lnTo>
                  <a:cubicBezTo>
                    <a:pt x="17824" y="75969"/>
                    <a:pt x="17691" y="75810"/>
                    <a:pt x="17585" y="75677"/>
                  </a:cubicBezTo>
                  <a:close/>
                  <a:moveTo>
                    <a:pt x="78492" y="76872"/>
                  </a:moveTo>
                  <a:lnTo>
                    <a:pt x="78120" y="77297"/>
                  </a:lnTo>
                  <a:lnTo>
                    <a:pt x="83433" y="82450"/>
                  </a:lnTo>
                  <a:cubicBezTo>
                    <a:pt x="83566" y="82291"/>
                    <a:pt x="83725" y="82131"/>
                    <a:pt x="83884" y="81972"/>
                  </a:cubicBezTo>
                  <a:lnTo>
                    <a:pt x="78492" y="76872"/>
                  </a:lnTo>
                  <a:close/>
                  <a:moveTo>
                    <a:pt x="19524" y="77749"/>
                  </a:moveTo>
                  <a:lnTo>
                    <a:pt x="14291" y="83008"/>
                  </a:lnTo>
                  <a:lnTo>
                    <a:pt x="14743" y="83459"/>
                  </a:lnTo>
                  <a:lnTo>
                    <a:pt x="19923" y="78147"/>
                  </a:lnTo>
                  <a:lnTo>
                    <a:pt x="19524" y="77749"/>
                  </a:lnTo>
                  <a:close/>
                  <a:moveTo>
                    <a:pt x="76473" y="78864"/>
                  </a:moveTo>
                  <a:lnTo>
                    <a:pt x="76048" y="79263"/>
                  </a:lnTo>
                  <a:lnTo>
                    <a:pt x="81016" y="84788"/>
                  </a:lnTo>
                  <a:lnTo>
                    <a:pt x="81494" y="84336"/>
                  </a:lnTo>
                  <a:lnTo>
                    <a:pt x="76473" y="78864"/>
                  </a:lnTo>
                  <a:close/>
                  <a:moveTo>
                    <a:pt x="21596" y="79688"/>
                  </a:moveTo>
                  <a:lnTo>
                    <a:pt x="16735" y="85292"/>
                  </a:lnTo>
                  <a:lnTo>
                    <a:pt x="17240" y="85717"/>
                  </a:lnTo>
                  <a:lnTo>
                    <a:pt x="22021" y="80059"/>
                  </a:lnTo>
                  <a:lnTo>
                    <a:pt x="21596" y="79688"/>
                  </a:lnTo>
                  <a:close/>
                  <a:moveTo>
                    <a:pt x="74322" y="80724"/>
                  </a:moveTo>
                  <a:lnTo>
                    <a:pt x="73897" y="81069"/>
                  </a:lnTo>
                  <a:lnTo>
                    <a:pt x="78466" y="86913"/>
                  </a:lnTo>
                  <a:lnTo>
                    <a:pt x="78970" y="86514"/>
                  </a:lnTo>
                  <a:lnTo>
                    <a:pt x="74322" y="80724"/>
                  </a:lnTo>
                  <a:close/>
                  <a:moveTo>
                    <a:pt x="23801" y="81467"/>
                  </a:moveTo>
                  <a:lnTo>
                    <a:pt x="19312" y="87391"/>
                  </a:lnTo>
                  <a:lnTo>
                    <a:pt x="19843" y="87789"/>
                  </a:lnTo>
                  <a:lnTo>
                    <a:pt x="24252" y="81813"/>
                  </a:lnTo>
                  <a:lnTo>
                    <a:pt x="23801" y="81467"/>
                  </a:lnTo>
                  <a:close/>
                  <a:moveTo>
                    <a:pt x="72064" y="82424"/>
                  </a:moveTo>
                  <a:cubicBezTo>
                    <a:pt x="71905" y="82530"/>
                    <a:pt x="71772" y="82636"/>
                    <a:pt x="71613" y="82742"/>
                  </a:cubicBezTo>
                  <a:lnTo>
                    <a:pt x="75756" y="88905"/>
                  </a:lnTo>
                  <a:lnTo>
                    <a:pt x="76314" y="88506"/>
                  </a:lnTo>
                  <a:lnTo>
                    <a:pt x="72064" y="82424"/>
                  </a:lnTo>
                  <a:close/>
                  <a:moveTo>
                    <a:pt x="26112" y="83088"/>
                  </a:moveTo>
                  <a:lnTo>
                    <a:pt x="26112" y="83114"/>
                  </a:lnTo>
                  <a:lnTo>
                    <a:pt x="22074" y="89330"/>
                  </a:lnTo>
                  <a:cubicBezTo>
                    <a:pt x="22260" y="89436"/>
                    <a:pt x="22446" y="89569"/>
                    <a:pt x="22632" y="89675"/>
                  </a:cubicBezTo>
                  <a:lnTo>
                    <a:pt x="26590" y="83406"/>
                  </a:lnTo>
                  <a:cubicBezTo>
                    <a:pt x="26430" y="83300"/>
                    <a:pt x="26271" y="83194"/>
                    <a:pt x="26112" y="83088"/>
                  </a:cubicBezTo>
                  <a:close/>
                  <a:moveTo>
                    <a:pt x="69700" y="83964"/>
                  </a:moveTo>
                  <a:cubicBezTo>
                    <a:pt x="69514" y="84044"/>
                    <a:pt x="69355" y="84150"/>
                    <a:pt x="69195" y="84256"/>
                  </a:cubicBezTo>
                  <a:lnTo>
                    <a:pt x="72941" y="90658"/>
                  </a:lnTo>
                  <a:lnTo>
                    <a:pt x="73499" y="90313"/>
                  </a:lnTo>
                  <a:lnTo>
                    <a:pt x="69700" y="83964"/>
                  </a:lnTo>
                  <a:close/>
                  <a:moveTo>
                    <a:pt x="28555" y="84575"/>
                  </a:moveTo>
                  <a:lnTo>
                    <a:pt x="24943" y="91056"/>
                  </a:lnTo>
                  <a:lnTo>
                    <a:pt x="25527" y="91375"/>
                  </a:lnTo>
                  <a:lnTo>
                    <a:pt x="29060" y="84867"/>
                  </a:lnTo>
                  <a:lnTo>
                    <a:pt x="28555" y="84575"/>
                  </a:lnTo>
                  <a:close/>
                  <a:moveTo>
                    <a:pt x="67203" y="85319"/>
                  </a:moveTo>
                  <a:lnTo>
                    <a:pt x="66699" y="85584"/>
                  </a:lnTo>
                  <a:lnTo>
                    <a:pt x="69966" y="92225"/>
                  </a:lnTo>
                  <a:lnTo>
                    <a:pt x="70577" y="91933"/>
                  </a:lnTo>
                  <a:lnTo>
                    <a:pt x="67203" y="85319"/>
                  </a:lnTo>
                  <a:close/>
                  <a:moveTo>
                    <a:pt x="31079" y="85877"/>
                  </a:moveTo>
                  <a:lnTo>
                    <a:pt x="27918" y="92597"/>
                  </a:lnTo>
                  <a:lnTo>
                    <a:pt x="28529" y="92863"/>
                  </a:lnTo>
                  <a:lnTo>
                    <a:pt x="31610" y="86116"/>
                  </a:lnTo>
                  <a:lnTo>
                    <a:pt x="31079" y="85877"/>
                  </a:lnTo>
                  <a:close/>
                  <a:moveTo>
                    <a:pt x="64653" y="86514"/>
                  </a:moveTo>
                  <a:lnTo>
                    <a:pt x="64122" y="86727"/>
                  </a:lnTo>
                  <a:lnTo>
                    <a:pt x="66911" y="93606"/>
                  </a:lnTo>
                  <a:cubicBezTo>
                    <a:pt x="67124" y="93527"/>
                    <a:pt x="67336" y="93420"/>
                    <a:pt x="67549" y="93341"/>
                  </a:cubicBezTo>
                  <a:lnTo>
                    <a:pt x="64653" y="86514"/>
                  </a:lnTo>
                  <a:close/>
                  <a:moveTo>
                    <a:pt x="33682" y="86992"/>
                  </a:moveTo>
                  <a:lnTo>
                    <a:pt x="30999" y="93898"/>
                  </a:lnTo>
                  <a:lnTo>
                    <a:pt x="31610" y="94137"/>
                  </a:lnTo>
                  <a:lnTo>
                    <a:pt x="34213" y="87178"/>
                  </a:lnTo>
                  <a:lnTo>
                    <a:pt x="33682" y="86992"/>
                  </a:lnTo>
                  <a:close/>
                  <a:moveTo>
                    <a:pt x="61997" y="87523"/>
                  </a:moveTo>
                  <a:lnTo>
                    <a:pt x="61466" y="87709"/>
                  </a:lnTo>
                  <a:lnTo>
                    <a:pt x="63803" y="94748"/>
                  </a:lnTo>
                  <a:lnTo>
                    <a:pt x="64414" y="94536"/>
                  </a:lnTo>
                  <a:lnTo>
                    <a:pt x="61997" y="87523"/>
                  </a:lnTo>
                  <a:close/>
                  <a:moveTo>
                    <a:pt x="36365" y="87922"/>
                  </a:moveTo>
                  <a:lnTo>
                    <a:pt x="34160" y="95014"/>
                  </a:lnTo>
                  <a:cubicBezTo>
                    <a:pt x="34372" y="95094"/>
                    <a:pt x="34585" y="95147"/>
                    <a:pt x="34797" y="95200"/>
                  </a:cubicBezTo>
                  <a:lnTo>
                    <a:pt x="36922" y="88081"/>
                  </a:lnTo>
                  <a:lnTo>
                    <a:pt x="36365" y="87922"/>
                  </a:lnTo>
                  <a:close/>
                  <a:moveTo>
                    <a:pt x="59288" y="88347"/>
                  </a:moveTo>
                  <a:lnTo>
                    <a:pt x="58757" y="88506"/>
                  </a:lnTo>
                  <a:lnTo>
                    <a:pt x="60563" y="95678"/>
                  </a:lnTo>
                  <a:lnTo>
                    <a:pt x="61227" y="95519"/>
                  </a:lnTo>
                  <a:lnTo>
                    <a:pt x="59288" y="88347"/>
                  </a:lnTo>
                  <a:close/>
                  <a:moveTo>
                    <a:pt x="39100" y="88666"/>
                  </a:moveTo>
                  <a:lnTo>
                    <a:pt x="37374" y="95891"/>
                  </a:lnTo>
                  <a:lnTo>
                    <a:pt x="38038" y="96023"/>
                  </a:lnTo>
                  <a:lnTo>
                    <a:pt x="39632" y="88798"/>
                  </a:lnTo>
                  <a:lnTo>
                    <a:pt x="39100" y="88666"/>
                  </a:lnTo>
                  <a:close/>
                  <a:moveTo>
                    <a:pt x="56525" y="88984"/>
                  </a:moveTo>
                  <a:lnTo>
                    <a:pt x="55994" y="89091"/>
                  </a:lnTo>
                  <a:lnTo>
                    <a:pt x="57296" y="96395"/>
                  </a:lnTo>
                  <a:lnTo>
                    <a:pt x="57960" y="96262"/>
                  </a:lnTo>
                  <a:lnTo>
                    <a:pt x="56525" y="88984"/>
                  </a:lnTo>
                  <a:close/>
                  <a:moveTo>
                    <a:pt x="41863" y="89223"/>
                  </a:moveTo>
                  <a:lnTo>
                    <a:pt x="40668" y="96528"/>
                  </a:lnTo>
                  <a:lnTo>
                    <a:pt x="41332" y="96634"/>
                  </a:lnTo>
                  <a:lnTo>
                    <a:pt x="42421" y="89303"/>
                  </a:lnTo>
                  <a:lnTo>
                    <a:pt x="41863" y="89223"/>
                  </a:lnTo>
                  <a:close/>
                  <a:moveTo>
                    <a:pt x="53736" y="89436"/>
                  </a:moveTo>
                  <a:lnTo>
                    <a:pt x="53178" y="89516"/>
                  </a:lnTo>
                  <a:lnTo>
                    <a:pt x="53975" y="96900"/>
                  </a:lnTo>
                  <a:lnTo>
                    <a:pt x="54639" y="96820"/>
                  </a:lnTo>
                  <a:lnTo>
                    <a:pt x="53736" y="89436"/>
                  </a:lnTo>
                  <a:close/>
                  <a:moveTo>
                    <a:pt x="44679" y="89569"/>
                  </a:moveTo>
                  <a:lnTo>
                    <a:pt x="43988" y="96953"/>
                  </a:lnTo>
                  <a:lnTo>
                    <a:pt x="44652" y="97006"/>
                  </a:lnTo>
                  <a:lnTo>
                    <a:pt x="45236" y="89622"/>
                  </a:lnTo>
                  <a:lnTo>
                    <a:pt x="44679" y="89569"/>
                  </a:lnTo>
                  <a:close/>
                  <a:moveTo>
                    <a:pt x="50921" y="89702"/>
                  </a:moveTo>
                  <a:lnTo>
                    <a:pt x="50336" y="89728"/>
                  </a:lnTo>
                  <a:lnTo>
                    <a:pt x="50682" y="97139"/>
                  </a:lnTo>
                  <a:lnTo>
                    <a:pt x="51346" y="97112"/>
                  </a:lnTo>
                  <a:lnTo>
                    <a:pt x="50921" y="89702"/>
                  </a:lnTo>
                  <a:close/>
                  <a:moveTo>
                    <a:pt x="47494" y="89755"/>
                  </a:moveTo>
                  <a:lnTo>
                    <a:pt x="47308" y="97166"/>
                  </a:lnTo>
                  <a:lnTo>
                    <a:pt x="47972" y="97166"/>
                  </a:lnTo>
                  <a:lnTo>
                    <a:pt x="48079" y="89755"/>
                  </a:ln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327" name="Google Shape;115;p9"/>
            <p:cNvSpPr/>
            <p:nvPr/>
          </p:nvSpPr>
          <p:spPr>
            <a:xfrm>
              <a:off x="7924320" y="-288360"/>
              <a:ext cx="745920" cy="1305720"/>
            </a:xfrm>
            <a:custGeom>
              <a:avLst/>
              <a:gdLst>
                <a:gd name="textAreaLeft" fmla="*/ 0 w 745920"/>
                <a:gd name="textAreaRight" fmla="*/ 746280 w 745920"/>
                <a:gd name="textAreaTop" fmla="*/ 0 h 1305720"/>
                <a:gd name="textAreaBottom" fmla="*/ 1306080 h 1305720"/>
              </a:gdLst>
              <a:ahLst/>
              <a:rect l="textAreaLeft" t="textAreaTop" r="textAreaRight" b="textAreaBottom"/>
              <a:pathLst>
                <a:path w="29856" h="52248">
                  <a:moveTo>
                    <a:pt x="20668" y="8089"/>
                  </a:moveTo>
                  <a:cubicBezTo>
                    <a:pt x="20666" y="8116"/>
                    <a:pt x="20665" y="8144"/>
                    <a:pt x="20664" y="8171"/>
                  </a:cubicBezTo>
                  <a:cubicBezTo>
                    <a:pt x="20665" y="8144"/>
                    <a:pt x="20667" y="8116"/>
                    <a:pt x="20668" y="8089"/>
                  </a:cubicBezTo>
                  <a:close/>
                  <a:moveTo>
                    <a:pt x="24585" y="4346"/>
                  </a:moveTo>
                  <a:cubicBezTo>
                    <a:pt x="26590" y="4346"/>
                    <a:pt x="27886" y="4872"/>
                    <a:pt x="28285" y="5736"/>
                  </a:cubicBezTo>
                  <a:cubicBezTo>
                    <a:pt x="28913" y="7071"/>
                    <a:pt x="27420" y="9193"/>
                    <a:pt x="24671" y="11235"/>
                  </a:cubicBezTo>
                  <a:lnTo>
                    <a:pt x="24435" y="11235"/>
                  </a:lnTo>
                  <a:cubicBezTo>
                    <a:pt x="24042" y="11235"/>
                    <a:pt x="23571" y="11235"/>
                    <a:pt x="23099" y="11314"/>
                  </a:cubicBezTo>
                  <a:cubicBezTo>
                    <a:pt x="19642" y="11707"/>
                    <a:pt x="16185" y="12649"/>
                    <a:pt x="12885" y="14142"/>
                  </a:cubicBezTo>
                  <a:cubicBezTo>
                    <a:pt x="10136" y="15242"/>
                    <a:pt x="7464" y="16735"/>
                    <a:pt x="5029" y="18542"/>
                  </a:cubicBezTo>
                  <a:cubicBezTo>
                    <a:pt x="3222" y="18542"/>
                    <a:pt x="1965" y="18071"/>
                    <a:pt x="1572" y="17206"/>
                  </a:cubicBezTo>
                  <a:cubicBezTo>
                    <a:pt x="550" y="14849"/>
                    <a:pt x="5814" y="10292"/>
                    <a:pt x="13043" y="7150"/>
                  </a:cubicBezTo>
                  <a:cubicBezTo>
                    <a:pt x="15085" y="6286"/>
                    <a:pt x="17128" y="5578"/>
                    <a:pt x="19249" y="5107"/>
                  </a:cubicBezTo>
                  <a:cubicBezTo>
                    <a:pt x="20170" y="5798"/>
                    <a:pt x="20716" y="6938"/>
                    <a:pt x="20668" y="8089"/>
                  </a:cubicBezTo>
                  <a:lnTo>
                    <a:pt x="20668" y="8089"/>
                  </a:lnTo>
                  <a:cubicBezTo>
                    <a:pt x="20775" y="6395"/>
                    <a:pt x="21790" y="4941"/>
                    <a:pt x="23413" y="4400"/>
                  </a:cubicBezTo>
                  <a:cubicBezTo>
                    <a:pt x="23827" y="4363"/>
                    <a:pt x="24218" y="4346"/>
                    <a:pt x="24585" y="4346"/>
                  </a:cubicBezTo>
                  <a:close/>
                  <a:moveTo>
                    <a:pt x="24121" y="11707"/>
                  </a:moveTo>
                  <a:cubicBezTo>
                    <a:pt x="21842" y="13278"/>
                    <a:pt x="19407" y="14692"/>
                    <a:pt x="16814" y="15792"/>
                  </a:cubicBezTo>
                  <a:cubicBezTo>
                    <a:pt x="13278" y="17364"/>
                    <a:pt x="9586" y="18306"/>
                    <a:pt x="5736" y="18542"/>
                  </a:cubicBezTo>
                  <a:cubicBezTo>
                    <a:pt x="8014" y="16971"/>
                    <a:pt x="10528" y="15556"/>
                    <a:pt x="13121" y="14457"/>
                  </a:cubicBezTo>
                  <a:cubicBezTo>
                    <a:pt x="16264" y="13042"/>
                    <a:pt x="19721" y="12100"/>
                    <a:pt x="23178" y="11707"/>
                  </a:cubicBezTo>
                  <a:close/>
                  <a:moveTo>
                    <a:pt x="24828" y="11707"/>
                  </a:moveTo>
                  <a:cubicBezTo>
                    <a:pt x="26713" y="11785"/>
                    <a:pt x="27970" y="12257"/>
                    <a:pt x="28285" y="13121"/>
                  </a:cubicBezTo>
                  <a:cubicBezTo>
                    <a:pt x="28835" y="14457"/>
                    <a:pt x="27420" y="16499"/>
                    <a:pt x="24671" y="18621"/>
                  </a:cubicBezTo>
                  <a:lnTo>
                    <a:pt x="24435" y="18621"/>
                  </a:lnTo>
                  <a:cubicBezTo>
                    <a:pt x="24042" y="18621"/>
                    <a:pt x="23571" y="18699"/>
                    <a:pt x="23099" y="18699"/>
                  </a:cubicBezTo>
                  <a:cubicBezTo>
                    <a:pt x="19564" y="19092"/>
                    <a:pt x="16185" y="20035"/>
                    <a:pt x="12885" y="21528"/>
                  </a:cubicBezTo>
                  <a:cubicBezTo>
                    <a:pt x="10136" y="22628"/>
                    <a:pt x="7464" y="24120"/>
                    <a:pt x="5029" y="25927"/>
                  </a:cubicBezTo>
                  <a:cubicBezTo>
                    <a:pt x="3222" y="25849"/>
                    <a:pt x="1965" y="25377"/>
                    <a:pt x="1572" y="24592"/>
                  </a:cubicBezTo>
                  <a:cubicBezTo>
                    <a:pt x="943" y="23256"/>
                    <a:pt x="2436" y="21135"/>
                    <a:pt x="5186" y="19092"/>
                  </a:cubicBezTo>
                  <a:cubicBezTo>
                    <a:pt x="8093" y="19092"/>
                    <a:pt x="12414" y="18149"/>
                    <a:pt x="16971" y="16185"/>
                  </a:cubicBezTo>
                  <a:cubicBezTo>
                    <a:pt x="19721" y="15007"/>
                    <a:pt x="22392" y="13514"/>
                    <a:pt x="24828" y="11707"/>
                  </a:cubicBezTo>
                  <a:close/>
                  <a:moveTo>
                    <a:pt x="24121" y="19092"/>
                  </a:moveTo>
                  <a:cubicBezTo>
                    <a:pt x="21842" y="20663"/>
                    <a:pt x="19407" y="22078"/>
                    <a:pt x="16814" y="23178"/>
                  </a:cubicBezTo>
                  <a:cubicBezTo>
                    <a:pt x="13278" y="24749"/>
                    <a:pt x="9586" y="25692"/>
                    <a:pt x="5736" y="25927"/>
                  </a:cubicBezTo>
                  <a:cubicBezTo>
                    <a:pt x="8014" y="24356"/>
                    <a:pt x="10528" y="22942"/>
                    <a:pt x="13121" y="21842"/>
                  </a:cubicBezTo>
                  <a:cubicBezTo>
                    <a:pt x="16264" y="20428"/>
                    <a:pt x="19721" y="19485"/>
                    <a:pt x="23178" y="19092"/>
                  </a:cubicBezTo>
                  <a:close/>
                  <a:moveTo>
                    <a:pt x="24042" y="26399"/>
                  </a:moveTo>
                  <a:lnTo>
                    <a:pt x="24042" y="26477"/>
                  </a:lnTo>
                  <a:cubicBezTo>
                    <a:pt x="21764" y="28049"/>
                    <a:pt x="19328" y="29384"/>
                    <a:pt x="16814" y="30484"/>
                  </a:cubicBezTo>
                  <a:cubicBezTo>
                    <a:pt x="13278" y="31977"/>
                    <a:pt x="9586" y="32998"/>
                    <a:pt x="5814" y="33234"/>
                  </a:cubicBezTo>
                  <a:cubicBezTo>
                    <a:pt x="8093" y="31663"/>
                    <a:pt x="10528" y="30249"/>
                    <a:pt x="13043" y="29227"/>
                  </a:cubicBezTo>
                  <a:cubicBezTo>
                    <a:pt x="16264" y="27734"/>
                    <a:pt x="19642" y="26870"/>
                    <a:pt x="23178" y="26477"/>
                  </a:cubicBezTo>
                  <a:cubicBezTo>
                    <a:pt x="23492" y="26399"/>
                    <a:pt x="23806" y="26399"/>
                    <a:pt x="24042" y="26399"/>
                  </a:cubicBezTo>
                  <a:close/>
                  <a:moveTo>
                    <a:pt x="24828" y="19092"/>
                  </a:moveTo>
                  <a:cubicBezTo>
                    <a:pt x="26713" y="19092"/>
                    <a:pt x="27970" y="19642"/>
                    <a:pt x="28285" y="20428"/>
                  </a:cubicBezTo>
                  <a:cubicBezTo>
                    <a:pt x="28835" y="21842"/>
                    <a:pt x="27420" y="23885"/>
                    <a:pt x="24592" y="26006"/>
                  </a:cubicBezTo>
                  <a:lnTo>
                    <a:pt x="24435" y="26006"/>
                  </a:lnTo>
                  <a:cubicBezTo>
                    <a:pt x="24042" y="26006"/>
                    <a:pt x="23571" y="26006"/>
                    <a:pt x="23099" y="26085"/>
                  </a:cubicBezTo>
                  <a:cubicBezTo>
                    <a:pt x="19564" y="26477"/>
                    <a:pt x="16185" y="27420"/>
                    <a:pt x="12885" y="28913"/>
                  </a:cubicBezTo>
                  <a:cubicBezTo>
                    <a:pt x="10136" y="30013"/>
                    <a:pt x="7464" y="31506"/>
                    <a:pt x="5029" y="33313"/>
                  </a:cubicBezTo>
                  <a:cubicBezTo>
                    <a:pt x="3222" y="33156"/>
                    <a:pt x="1965" y="32763"/>
                    <a:pt x="1572" y="31820"/>
                  </a:cubicBezTo>
                  <a:lnTo>
                    <a:pt x="1572" y="31899"/>
                  </a:lnTo>
                  <a:cubicBezTo>
                    <a:pt x="943" y="30563"/>
                    <a:pt x="2436" y="28520"/>
                    <a:pt x="5186" y="26399"/>
                  </a:cubicBezTo>
                  <a:cubicBezTo>
                    <a:pt x="5290" y="26402"/>
                    <a:pt x="5396" y="26403"/>
                    <a:pt x="5503" y="26403"/>
                  </a:cubicBezTo>
                  <a:cubicBezTo>
                    <a:pt x="8403" y="26403"/>
                    <a:pt x="12577" y="25386"/>
                    <a:pt x="16971" y="23492"/>
                  </a:cubicBezTo>
                  <a:cubicBezTo>
                    <a:pt x="19721" y="22392"/>
                    <a:pt x="22392" y="20899"/>
                    <a:pt x="24828" y="19092"/>
                  </a:cubicBezTo>
                  <a:close/>
                  <a:moveTo>
                    <a:pt x="24121" y="33784"/>
                  </a:moveTo>
                  <a:cubicBezTo>
                    <a:pt x="21842" y="35434"/>
                    <a:pt x="19328" y="36770"/>
                    <a:pt x="16735" y="37870"/>
                  </a:cubicBezTo>
                  <a:cubicBezTo>
                    <a:pt x="13314" y="39425"/>
                    <a:pt x="9662" y="40364"/>
                    <a:pt x="5855" y="40612"/>
                  </a:cubicBezTo>
                  <a:lnTo>
                    <a:pt x="5855" y="40612"/>
                  </a:lnTo>
                  <a:cubicBezTo>
                    <a:pt x="8099" y="38999"/>
                    <a:pt x="10495" y="37615"/>
                    <a:pt x="13043" y="36534"/>
                  </a:cubicBezTo>
                  <a:cubicBezTo>
                    <a:pt x="16264" y="35120"/>
                    <a:pt x="19642" y="34177"/>
                    <a:pt x="23099" y="33784"/>
                  </a:cubicBezTo>
                  <a:close/>
                  <a:moveTo>
                    <a:pt x="24828" y="26399"/>
                  </a:moveTo>
                  <a:cubicBezTo>
                    <a:pt x="26713" y="26399"/>
                    <a:pt x="27970" y="26949"/>
                    <a:pt x="28363" y="27813"/>
                  </a:cubicBezTo>
                  <a:cubicBezTo>
                    <a:pt x="28913" y="29149"/>
                    <a:pt x="27420" y="31191"/>
                    <a:pt x="24671" y="33313"/>
                  </a:cubicBezTo>
                  <a:lnTo>
                    <a:pt x="24671" y="33391"/>
                  </a:lnTo>
                  <a:lnTo>
                    <a:pt x="23099" y="33391"/>
                  </a:lnTo>
                  <a:cubicBezTo>
                    <a:pt x="19564" y="33784"/>
                    <a:pt x="16107" y="34727"/>
                    <a:pt x="12885" y="36141"/>
                  </a:cubicBezTo>
                  <a:cubicBezTo>
                    <a:pt x="10136" y="37320"/>
                    <a:pt x="7464" y="38812"/>
                    <a:pt x="5029" y="40620"/>
                  </a:cubicBezTo>
                  <a:cubicBezTo>
                    <a:pt x="3222" y="40541"/>
                    <a:pt x="1965" y="40148"/>
                    <a:pt x="1572" y="39205"/>
                  </a:cubicBezTo>
                  <a:cubicBezTo>
                    <a:pt x="1022" y="37870"/>
                    <a:pt x="2515" y="35748"/>
                    <a:pt x="5264" y="33706"/>
                  </a:cubicBezTo>
                  <a:cubicBezTo>
                    <a:pt x="8171" y="33706"/>
                    <a:pt x="12493" y="32763"/>
                    <a:pt x="16971" y="30799"/>
                  </a:cubicBezTo>
                  <a:cubicBezTo>
                    <a:pt x="19799" y="29699"/>
                    <a:pt x="22392" y="28206"/>
                    <a:pt x="24828" y="26399"/>
                  </a:cubicBezTo>
                  <a:close/>
                  <a:moveTo>
                    <a:pt x="24828" y="33784"/>
                  </a:moveTo>
                  <a:cubicBezTo>
                    <a:pt x="26792" y="33784"/>
                    <a:pt x="27970" y="34256"/>
                    <a:pt x="28285" y="35120"/>
                  </a:cubicBezTo>
                  <a:lnTo>
                    <a:pt x="28285" y="35198"/>
                  </a:lnTo>
                  <a:cubicBezTo>
                    <a:pt x="29306" y="37555"/>
                    <a:pt x="24042" y="42034"/>
                    <a:pt x="16814" y="45176"/>
                  </a:cubicBezTo>
                  <a:cubicBezTo>
                    <a:pt x="14457" y="46198"/>
                    <a:pt x="12021" y="46983"/>
                    <a:pt x="9507" y="47533"/>
                  </a:cubicBezTo>
                  <a:cubicBezTo>
                    <a:pt x="8407" y="46748"/>
                    <a:pt x="7700" y="45491"/>
                    <a:pt x="7700" y="44155"/>
                  </a:cubicBezTo>
                  <a:cubicBezTo>
                    <a:pt x="7700" y="45884"/>
                    <a:pt x="6600" y="47455"/>
                    <a:pt x="4950" y="48005"/>
                  </a:cubicBezTo>
                  <a:cubicBezTo>
                    <a:pt x="3222" y="47926"/>
                    <a:pt x="1965" y="47455"/>
                    <a:pt x="1572" y="46591"/>
                  </a:cubicBezTo>
                  <a:cubicBezTo>
                    <a:pt x="943" y="45255"/>
                    <a:pt x="2436" y="43212"/>
                    <a:pt x="5186" y="41091"/>
                  </a:cubicBezTo>
                  <a:cubicBezTo>
                    <a:pt x="5290" y="41094"/>
                    <a:pt x="5396" y="41095"/>
                    <a:pt x="5504" y="41095"/>
                  </a:cubicBezTo>
                  <a:cubicBezTo>
                    <a:pt x="8403" y="41095"/>
                    <a:pt x="12577" y="40081"/>
                    <a:pt x="16971" y="38262"/>
                  </a:cubicBezTo>
                  <a:cubicBezTo>
                    <a:pt x="19721" y="37084"/>
                    <a:pt x="22392" y="35591"/>
                    <a:pt x="24828" y="33784"/>
                  </a:cubicBezTo>
                  <a:close/>
                  <a:moveTo>
                    <a:pt x="20742" y="0"/>
                  </a:moveTo>
                  <a:cubicBezTo>
                    <a:pt x="20742" y="2279"/>
                    <a:pt x="18935" y="4086"/>
                    <a:pt x="16657" y="4086"/>
                  </a:cubicBezTo>
                  <a:cubicBezTo>
                    <a:pt x="17442" y="4086"/>
                    <a:pt x="18149" y="4243"/>
                    <a:pt x="18857" y="4714"/>
                  </a:cubicBezTo>
                  <a:cubicBezTo>
                    <a:pt x="16814" y="5186"/>
                    <a:pt x="14850" y="5893"/>
                    <a:pt x="12964" y="6678"/>
                  </a:cubicBezTo>
                  <a:cubicBezTo>
                    <a:pt x="5186" y="10057"/>
                    <a:pt x="0" y="14771"/>
                    <a:pt x="1257" y="17364"/>
                  </a:cubicBezTo>
                  <a:cubicBezTo>
                    <a:pt x="1650" y="18306"/>
                    <a:pt x="2829" y="18856"/>
                    <a:pt x="4557" y="19013"/>
                  </a:cubicBezTo>
                  <a:cubicBezTo>
                    <a:pt x="1886" y="21135"/>
                    <a:pt x="629" y="23178"/>
                    <a:pt x="1257" y="24670"/>
                  </a:cubicBezTo>
                  <a:cubicBezTo>
                    <a:pt x="1650" y="25613"/>
                    <a:pt x="2829" y="26163"/>
                    <a:pt x="4557" y="26320"/>
                  </a:cubicBezTo>
                  <a:cubicBezTo>
                    <a:pt x="1886" y="28442"/>
                    <a:pt x="629" y="30563"/>
                    <a:pt x="1257" y="31977"/>
                  </a:cubicBezTo>
                  <a:cubicBezTo>
                    <a:pt x="1650" y="32998"/>
                    <a:pt x="2829" y="33470"/>
                    <a:pt x="4557" y="33627"/>
                  </a:cubicBezTo>
                  <a:cubicBezTo>
                    <a:pt x="1965" y="35748"/>
                    <a:pt x="550" y="37870"/>
                    <a:pt x="1257" y="39362"/>
                  </a:cubicBezTo>
                  <a:cubicBezTo>
                    <a:pt x="1650" y="40384"/>
                    <a:pt x="2829" y="40855"/>
                    <a:pt x="4557" y="41012"/>
                  </a:cubicBezTo>
                  <a:cubicBezTo>
                    <a:pt x="1886" y="43134"/>
                    <a:pt x="629" y="45255"/>
                    <a:pt x="1257" y="46669"/>
                  </a:cubicBezTo>
                  <a:cubicBezTo>
                    <a:pt x="1650" y="47769"/>
                    <a:pt x="2986" y="48319"/>
                    <a:pt x="4950" y="48398"/>
                  </a:cubicBezTo>
                  <a:cubicBezTo>
                    <a:pt x="6600" y="48948"/>
                    <a:pt x="7779" y="50440"/>
                    <a:pt x="7779" y="52248"/>
                  </a:cubicBezTo>
                  <a:cubicBezTo>
                    <a:pt x="7779" y="49969"/>
                    <a:pt x="9586" y="48162"/>
                    <a:pt x="11864" y="48162"/>
                  </a:cubicBezTo>
                  <a:cubicBezTo>
                    <a:pt x="11236" y="48162"/>
                    <a:pt x="10686" y="48005"/>
                    <a:pt x="10136" y="47769"/>
                  </a:cubicBezTo>
                  <a:cubicBezTo>
                    <a:pt x="12493" y="47219"/>
                    <a:pt x="14771" y="46512"/>
                    <a:pt x="17050" y="45569"/>
                  </a:cubicBezTo>
                  <a:cubicBezTo>
                    <a:pt x="24671" y="42269"/>
                    <a:pt x="29856" y="37634"/>
                    <a:pt x="28756" y="34963"/>
                  </a:cubicBezTo>
                  <a:cubicBezTo>
                    <a:pt x="28285" y="34020"/>
                    <a:pt x="27185" y="33470"/>
                    <a:pt x="25378" y="33313"/>
                  </a:cubicBezTo>
                  <a:cubicBezTo>
                    <a:pt x="27970" y="31191"/>
                    <a:pt x="29306" y="29070"/>
                    <a:pt x="28756" y="27656"/>
                  </a:cubicBezTo>
                  <a:cubicBezTo>
                    <a:pt x="28285" y="26635"/>
                    <a:pt x="27106" y="26163"/>
                    <a:pt x="25378" y="26006"/>
                  </a:cubicBezTo>
                  <a:cubicBezTo>
                    <a:pt x="28049" y="23885"/>
                    <a:pt x="29385" y="21763"/>
                    <a:pt x="28756" y="20271"/>
                  </a:cubicBezTo>
                  <a:cubicBezTo>
                    <a:pt x="28285" y="19328"/>
                    <a:pt x="27185" y="18778"/>
                    <a:pt x="25378" y="18621"/>
                  </a:cubicBezTo>
                  <a:cubicBezTo>
                    <a:pt x="28049" y="16499"/>
                    <a:pt x="29306" y="14378"/>
                    <a:pt x="28756" y="12964"/>
                  </a:cubicBezTo>
                  <a:cubicBezTo>
                    <a:pt x="28285" y="11942"/>
                    <a:pt x="27185" y="11392"/>
                    <a:pt x="25378" y="11314"/>
                  </a:cubicBezTo>
                  <a:cubicBezTo>
                    <a:pt x="28049" y="9193"/>
                    <a:pt x="29306" y="7071"/>
                    <a:pt x="28756" y="5578"/>
                  </a:cubicBezTo>
                  <a:cubicBezTo>
                    <a:pt x="28285" y="4478"/>
                    <a:pt x="26792" y="3929"/>
                    <a:pt x="24513" y="3929"/>
                  </a:cubicBezTo>
                  <a:lnTo>
                    <a:pt x="23649" y="3929"/>
                  </a:lnTo>
                  <a:cubicBezTo>
                    <a:pt x="21921" y="3379"/>
                    <a:pt x="20742" y="1807"/>
                    <a:pt x="20742" y="0"/>
                  </a:cubicBezTo>
                  <a:close/>
                </a:path>
              </a:pathLst>
            </a:custGeom>
            <a:solidFill>
              <a:schemeClr val="lt1"/>
            </a:solidFill>
            <a:ln w="9525">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328"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5" r:id="rId6"/>
  </p:sldLayoutIdLst>
</p:sldMaster>
</file>

<file path=ppt/slideMasters/slideMaster3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329" name="PlaceHolder 1"/>
          <p:cNvSpPr>
            <a:spLocks noGrp="1"/>
          </p:cNvSpPr>
          <p:nvPr>
            <p:ph type="body"/>
          </p:nvPr>
        </p:nvSpPr>
        <p:spPr>
          <a:xfrm>
            <a:off x="0" y="0"/>
            <a:ext cx="9143640" cy="5143320"/>
          </a:xfrm>
          <a:prstGeom prst="rect">
            <a:avLst/>
          </a:prstGeom>
          <a:noFill/>
          <a:ln w="0">
            <a:noFill/>
          </a:ln>
        </p:spPr>
        <p:txBody>
          <a:bodyPr lIns="90000" rIns="90000" tIns="45000" bIns="45000" anchor="t">
            <a:normAutofit/>
          </a:bodyPr>
          <a:p>
            <a:pPr marL="432000" indent="-324000">
              <a:spcBef>
                <a:spcPts val="1417"/>
              </a:spcBef>
              <a:buClr>
                <a:srgbClr val="ffffff"/>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
        <p:nvSpPr>
          <p:cNvPr id="330" name="PlaceHolder 2"/>
          <p:cNvSpPr>
            <a:spLocks noGrp="1"/>
          </p:cNvSpPr>
          <p:nvPr>
            <p:ph type="title"/>
          </p:nvPr>
        </p:nvSpPr>
        <p:spPr>
          <a:xfrm>
            <a:off x="713160" y="539640"/>
            <a:ext cx="3364920" cy="1359720"/>
          </a:xfrm>
          <a:prstGeom prst="rect">
            <a:avLst/>
          </a:prstGeom>
          <a:solidFill>
            <a:schemeClr val="dk1"/>
          </a:solidFill>
          <a:ln w="0">
            <a:noFill/>
          </a:ln>
        </p:spPr>
        <p:txBody>
          <a:bodyPr lIns="91440" rIns="91440" tIns="91440" bIns="91440" anchor="t">
            <a:noAutofit/>
          </a:bodyPr>
          <a:p>
            <a:pPr indent="0">
              <a:buNone/>
            </a:pPr>
            <a:r>
              <a:rPr b="0" lang="fr-FR" sz="2400" spc="-1" strike="noStrike">
                <a:solidFill>
                  <a:schemeClr val="dk1"/>
                </a:solidFill>
                <a:latin typeface="Arial"/>
              </a:rPr>
              <a:t>Click to edit the title text format</a:t>
            </a:r>
            <a:endParaRPr b="0" lang="fr-FR" sz="24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707" r:id="rId2"/>
  </p:sldLayoutIdLst>
</p:sldMaster>
</file>

<file path=ppt/slideMasters/slideMaster3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2a47"/>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709" r:id="rId2"/>
  </p:sldLayoutIdLst>
</p:sldMaster>
</file>

<file path=ppt/slideMasters/slideMaster3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2a47"/>
        </a:solidFill>
      </p:bgPr>
    </p:bg>
    <p:spTree>
      <p:nvGrpSpPr>
        <p:cNvPr id="1" name=""/>
        <p:cNvGrpSpPr/>
        <p:nvPr/>
      </p:nvGrpSpPr>
      <p:grpSpPr>
        <a:xfrm>
          <a:off x="0" y="0"/>
          <a:ext cx="0" cy="0"/>
          <a:chOff x="0" y="0"/>
          <a:chExt cx="0" cy="0"/>
        </a:xfrm>
      </p:grpSpPr>
      <p:sp>
        <p:nvSpPr>
          <p:cNvPr id="331" name="PlaceHolder 1"/>
          <p:cNvSpPr>
            <a:spLocks noGrp="1"/>
          </p:cNvSpPr>
          <p:nvPr>
            <p:ph type="title"/>
          </p:nvPr>
        </p:nvSpPr>
        <p:spPr>
          <a:xfrm>
            <a:off x="716760" y="510840"/>
            <a:ext cx="7710120" cy="482040"/>
          </a:xfrm>
          <a:prstGeom prst="rect">
            <a:avLst/>
          </a:prstGeom>
          <a:noFill/>
          <a:ln w="0">
            <a:noFill/>
          </a:ln>
        </p:spPr>
        <p:txBody>
          <a:bodyPr lIns="91440" rIns="91440" tIns="91440" bIns="91440" anchor="t">
            <a:noAutofit/>
          </a:bodyPr>
          <a:p>
            <a:pPr indent="0">
              <a:buNone/>
            </a:pPr>
            <a:r>
              <a:rPr b="0" lang="fr-FR" sz="2400" spc="-1" strike="noStrike">
                <a:solidFill>
                  <a:schemeClr val="dk1"/>
                </a:solidFill>
                <a:latin typeface="Arial"/>
              </a:rPr>
              <a:t>Click to edit the title text format</a:t>
            </a:r>
            <a:endParaRPr b="0" lang="fr-FR" sz="24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711"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4.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8.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7.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8.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PlaceHolder 1"/>
          <p:cNvSpPr>
            <a:spLocks noGrp="1"/>
          </p:cNvSpPr>
          <p:nvPr>
            <p:ph type="title"/>
          </p:nvPr>
        </p:nvSpPr>
        <p:spPr>
          <a:xfrm>
            <a:off x="828720" y="1019160"/>
            <a:ext cx="7486200" cy="2018880"/>
          </a:xfrm>
          <a:prstGeom prst="rect">
            <a:avLst/>
          </a:prstGeom>
          <a:noFill/>
          <a:ln w="0">
            <a:noFill/>
          </a:ln>
        </p:spPr>
        <p:txBody>
          <a:bodyPr lIns="91440" rIns="91440" tIns="91440" bIns="91440" anchor="b">
            <a:normAutofit/>
          </a:bodyPr>
          <a:p>
            <a:pPr indent="0" algn="ctr">
              <a:lnSpc>
                <a:spcPct val="100000"/>
              </a:lnSpc>
              <a:buNone/>
              <a:tabLst>
                <a:tab algn="l" pos="0"/>
              </a:tabLst>
            </a:pPr>
            <a:r>
              <a:rPr b="1" lang="en" sz="5200" spc="-1" strike="noStrike">
                <a:solidFill>
                  <a:schemeClr val="lt1"/>
                </a:solidFill>
                <a:latin typeface="Unbounded"/>
                <a:ea typeface="Unbounded"/>
              </a:rPr>
              <a:t>Análisis de Rendimiento Cognitivo según Hábitos</a:t>
            </a:r>
            <a:endParaRPr b="0" lang="fr-FR" sz="5200" spc="-1" strike="noStrike">
              <a:solidFill>
                <a:schemeClr val="dk1"/>
              </a:solidFill>
              <a:latin typeface="Arial"/>
            </a:endParaRPr>
          </a:p>
        </p:txBody>
      </p:sp>
      <p:sp>
        <p:nvSpPr>
          <p:cNvPr id="333" name="PlaceHolder 2"/>
          <p:cNvSpPr>
            <a:spLocks noGrp="1"/>
          </p:cNvSpPr>
          <p:nvPr>
            <p:ph type="subTitle"/>
          </p:nvPr>
        </p:nvSpPr>
        <p:spPr>
          <a:xfrm>
            <a:off x="2305080" y="3191040"/>
            <a:ext cx="4524120" cy="475920"/>
          </a:xfrm>
          <a:prstGeom prst="rect">
            <a:avLst/>
          </a:prstGeom>
          <a:noFill/>
          <a:ln w="0">
            <a:noFill/>
          </a:ln>
        </p:spPr>
        <p:txBody>
          <a:bodyPr lIns="91440" rIns="91440" tIns="91440" bIns="91440" anchor="t">
            <a:normAutofit fontScale="74433"/>
          </a:bodyPr>
          <a:p>
            <a:pPr indent="0" algn="ctr">
              <a:lnSpc>
                <a:spcPct val="100000"/>
              </a:lnSpc>
              <a:buNone/>
              <a:tabLst>
                <a:tab algn="l" pos="0"/>
              </a:tabLst>
            </a:pPr>
            <a:r>
              <a:rPr b="0" lang="en" sz="1600" spc="-1" strike="noStrike">
                <a:solidFill>
                  <a:schemeClr val="lt1"/>
                </a:solidFill>
                <a:latin typeface="Actor"/>
                <a:ea typeface="Actor"/>
              </a:rPr>
              <a:t>Explorando los hábitos diarios y su impacto en el rendimiento cognitivo.</a:t>
            </a:r>
            <a:endParaRPr b="0" lang="en-US" sz="1600" spc="-1" strike="noStrike">
              <a:solidFill>
                <a:srgbClr val="ffffff"/>
              </a:solidFill>
              <a:latin typeface="OpenSymbol"/>
            </a:endParaRPr>
          </a:p>
        </p:txBody>
      </p:sp>
      <p:sp>
        <p:nvSpPr>
          <p:cNvPr id="334" name="Google Shape;437;p35"/>
          <p:cNvSpPr/>
          <p:nvPr/>
        </p:nvSpPr>
        <p:spPr>
          <a:xfrm>
            <a:off x="3799440" y="3918960"/>
            <a:ext cx="1545120" cy="350280"/>
          </a:xfrm>
          <a:custGeom>
            <a:avLst/>
            <a:gdLst>
              <a:gd name="textAreaLeft" fmla="*/ 0 w 1545120"/>
              <a:gd name="textAreaRight" fmla="*/ 1545480 w 1545120"/>
              <a:gd name="textAreaTop" fmla="*/ 0 h 350280"/>
              <a:gd name="textAreaBottom" fmla="*/ 350640 h 350280"/>
            </a:gdLst>
            <a:ah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ffffff"/>
              </a:solidFill>
              <a:latin typeface="OpenSymbol"/>
            </a:endParaRPr>
          </a:p>
        </p:txBody>
      </p:sp>
      <p:sp>
        <p:nvSpPr>
          <p:cNvPr id="335" name="Google Shape;438;p35"/>
          <p:cNvSpPr/>
          <p:nvPr/>
        </p:nvSpPr>
        <p:spPr>
          <a:xfrm>
            <a:off x="806040" y="672840"/>
            <a:ext cx="550440" cy="564480"/>
          </a:xfrm>
          <a:custGeom>
            <a:avLst/>
            <a:gdLst>
              <a:gd name="textAreaLeft" fmla="*/ 0 w 550440"/>
              <a:gd name="textAreaRight" fmla="*/ 550800 w 550440"/>
              <a:gd name="textAreaTop" fmla="*/ 0 h 564480"/>
              <a:gd name="textAreaBottom" fmla="*/ 564840 h 564480"/>
            </a:gdLst>
            <a:ah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ffffff"/>
              </a:solidFill>
              <a:latin typeface="OpenSymbol"/>
            </a:endParaRPr>
          </a:p>
        </p:txBody>
      </p:sp>
      <p:grpSp>
        <p:nvGrpSpPr>
          <p:cNvPr id="336" name="Google Shape;439;p35"/>
          <p:cNvGrpSpPr/>
          <p:nvPr/>
        </p:nvGrpSpPr>
        <p:grpSpPr>
          <a:xfrm>
            <a:off x="7335000" y="3639600"/>
            <a:ext cx="1159560" cy="793080"/>
            <a:chOff x="7335000" y="3639600"/>
            <a:chExt cx="1159560" cy="793080"/>
          </a:xfrm>
        </p:grpSpPr>
        <p:cxnSp>
          <p:nvCxnSpPr>
            <p:cNvPr id="337" name="Google Shape;440;p35"/>
            <p:cNvCxnSpPr/>
            <p:nvPr/>
          </p:nvCxnSpPr>
          <p:spPr>
            <a:xfrm>
              <a:off x="7335000" y="3755880"/>
              <a:ext cx="1159920" cy="677160"/>
            </a:xfrm>
            <a:prstGeom prst="straightConnector1">
              <a:avLst/>
            </a:prstGeom>
            <a:ln w="38100">
              <a:solidFill>
                <a:srgbClr val="7e4fcf"/>
              </a:solidFill>
              <a:round/>
            </a:ln>
          </p:spPr>
        </p:cxnSp>
        <p:cxnSp>
          <p:nvCxnSpPr>
            <p:cNvPr id="338" name="Google Shape;441;p35"/>
            <p:cNvCxnSpPr/>
            <p:nvPr/>
          </p:nvCxnSpPr>
          <p:spPr>
            <a:xfrm>
              <a:off x="7344720" y="3767040"/>
              <a:ext cx="115560" cy="394200"/>
            </a:xfrm>
            <a:prstGeom prst="straightConnector1">
              <a:avLst/>
            </a:prstGeom>
            <a:ln w="38100">
              <a:solidFill>
                <a:srgbClr val="7e4fcf"/>
              </a:solidFill>
              <a:round/>
            </a:ln>
          </p:spPr>
        </p:cxnSp>
        <p:cxnSp>
          <p:nvCxnSpPr>
            <p:cNvPr id="339" name="Google Shape;442;p35"/>
            <p:cNvCxnSpPr/>
            <p:nvPr/>
          </p:nvCxnSpPr>
          <p:spPr>
            <a:xfrm flipV="1">
              <a:off x="7350480" y="3639600"/>
              <a:ext cx="417240" cy="118800"/>
            </a:xfrm>
            <a:prstGeom prst="straightConnector1">
              <a:avLst/>
            </a:prstGeom>
            <a:ln w="38100">
              <a:solidFill>
                <a:srgbClr val="7e4fcf"/>
              </a:solidFill>
              <a:round/>
            </a:ln>
          </p:spPr>
        </p:cxnSp>
      </p:gr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PlaceHolder 1"/>
          <p:cNvSpPr>
            <a:spLocks noGrp="1"/>
          </p:cNvSpPr>
          <p:nvPr>
            <p:ph type="title"/>
          </p:nvPr>
        </p:nvSpPr>
        <p:spPr>
          <a:xfrm>
            <a:off x="1171440" y="1085760"/>
            <a:ext cx="6791040" cy="1456920"/>
          </a:xfrm>
          <a:prstGeom prst="rect">
            <a:avLst/>
          </a:prstGeom>
          <a:noFill/>
          <a:ln w="0">
            <a:noFill/>
          </a:ln>
        </p:spPr>
        <p:txBody>
          <a:bodyPr lIns="91440" rIns="91440" tIns="91440" bIns="91440" anchor="b">
            <a:normAutofit/>
          </a:bodyPr>
          <a:p>
            <a:pPr indent="0" algn="ctr">
              <a:lnSpc>
                <a:spcPct val="100000"/>
              </a:lnSpc>
              <a:buNone/>
              <a:tabLst>
                <a:tab algn="l" pos="0"/>
              </a:tabLst>
            </a:pPr>
            <a:r>
              <a:rPr b="1" lang="en" sz="5000" spc="-1" strike="noStrike">
                <a:solidFill>
                  <a:schemeClr val="lt1"/>
                </a:solidFill>
                <a:latin typeface="Unbounded"/>
                <a:ea typeface="Unbounded"/>
              </a:rPr>
              <a:t>Introducción</a:t>
            </a:r>
            <a:endParaRPr b="0" lang="fr-FR" sz="5000" spc="-1" strike="noStrike">
              <a:solidFill>
                <a:schemeClr val="dk1"/>
              </a:solidFill>
              <a:latin typeface="Arial"/>
            </a:endParaRPr>
          </a:p>
        </p:txBody>
      </p:sp>
      <p:sp>
        <p:nvSpPr>
          <p:cNvPr id="341" name="PlaceHolder 2"/>
          <p:cNvSpPr>
            <a:spLocks noGrp="1"/>
          </p:cNvSpPr>
          <p:nvPr>
            <p:ph type="subTitle"/>
          </p:nvPr>
        </p:nvSpPr>
        <p:spPr>
          <a:xfrm>
            <a:off x="1171440" y="2476440"/>
            <a:ext cx="6791040" cy="1018800"/>
          </a:xfrm>
          <a:prstGeom prst="rect">
            <a:avLst/>
          </a:prstGeom>
          <a:noFill/>
          <a:ln w="0">
            <a:noFill/>
          </a:ln>
        </p:spPr>
        <p:txBody>
          <a:bodyPr lIns="91440" rIns="91440" tIns="91440" bIns="91440" anchor="t">
            <a:normAutofit/>
          </a:bodyPr>
          <a:p>
            <a:pPr indent="0" algn="ctr">
              <a:lnSpc>
                <a:spcPct val="100000"/>
              </a:lnSpc>
              <a:buNone/>
              <a:tabLst>
                <a:tab algn="l" pos="0"/>
              </a:tabLst>
            </a:pPr>
            <a:r>
              <a:rPr b="0" lang="en" sz="1600" spc="-1" strike="noStrike">
                <a:solidFill>
                  <a:schemeClr val="lt1"/>
                </a:solidFill>
                <a:latin typeface="Actor"/>
                <a:ea typeface="Actor"/>
              </a:rPr>
              <a:t>En esta presentación, exploraremos cómo utilizamos Python y en especial la herramienta de visualización Tableau para analizar datos sobre hábitos diarios y rendimiento cognitivo.</a:t>
            </a:r>
            <a:endParaRPr b="0" lang="en-US" sz="1600" spc="-1" strike="noStrike">
              <a:solidFill>
                <a:srgbClr val="ffffff"/>
              </a:solidFill>
              <a:latin typeface="OpenSymbol"/>
            </a:endParaRPr>
          </a:p>
        </p:txBody>
      </p:sp>
      <p:sp>
        <p:nvSpPr>
          <p:cNvPr id="342" name="Google Shape;476;p38"/>
          <p:cNvSpPr/>
          <p:nvPr/>
        </p:nvSpPr>
        <p:spPr>
          <a:xfrm>
            <a:off x="3799440" y="4223880"/>
            <a:ext cx="1545120" cy="350280"/>
          </a:xfrm>
          <a:custGeom>
            <a:avLst/>
            <a:gdLst>
              <a:gd name="textAreaLeft" fmla="*/ 0 w 1545120"/>
              <a:gd name="textAreaRight" fmla="*/ 1545480 w 1545120"/>
              <a:gd name="textAreaTop" fmla="*/ 0 h 350280"/>
              <a:gd name="textAreaBottom" fmla="*/ 350640 h 350280"/>
            </a:gdLst>
            <a:ah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ffffff"/>
              </a:solidFill>
              <a:latin typeface="OpenSymbol"/>
            </a:endParaRPr>
          </a:p>
        </p:txBody>
      </p:sp>
      <p:sp>
        <p:nvSpPr>
          <p:cNvPr id="343" name="Google Shape;477;p38"/>
          <p:cNvSpPr/>
          <p:nvPr/>
        </p:nvSpPr>
        <p:spPr>
          <a:xfrm>
            <a:off x="7924320" y="4039200"/>
            <a:ext cx="550440" cy="564480"/>
          </a:xfrm>
          <a:custGeom>
            <a:avLst/>
            <a:gdLst>
              <a:gd name="textAreaLeft" fmla="*/ 0 w 550440"/>
              <a:gd name="textAreaRight" fmla="*/ 550800 w 550440"/>
              <a:gd name="textAreaTop" fmla="*/ 0 h 564480"/>
              <a:gd name="textAreaBottom" fmla="*/ 564840 h 564480"/>
            </a:gdLst>
            <a:ah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ffffff"/>
              </a:solidFill>
              <a:latin typeface="OpenSymbol"/>
            </a:endParaRPr>
          </a:p>
        </p:txBody>
      </p:sp>
      <p:grpSp>
        <p:nvGrpSpPr>
          <p:cNvPr id="344" name="Google Shape;478;p38"/>
          <p:cNvGrpSpPr/>
          <p:nvPr/>
        </p:nvGrpSpPr>
        <p:grpSpPr>
          <a:xfrm>
            <a:off x="316080" y="478800"/>
            <a:ext cx="1159200" cy="793080"/>
            <a:chOff x="316080" y="478800"/>
            <a:chExt cx="1159200" cy="793080"/>
          </a:xfrm>
        </p:grpSpPr>
        <p:cxnSp>
          <p:nvCxnSpPr>
            <p:cNvPr id="345" name="Google Shape;479;p38"/>
            <p:cNvCxnSpPr/>
            <p:nvPr/>
          </p:nvCxnSpPr>
          <p:spPr>
            <a:xfrm flipH="1" flipV="1">
              <a:off x="316080" y="478800"/>
              <a:ext cx="1159560" cy="677520"/>
            </a:xfrm>
            <a:prstGeom prst="straightConnector1">
              <a:avLst/>
            </a:prstGeom>
            <a:ln w="38100">
              <a:solidFill>
                <a:srgbClr val="7e4fcf"/>
              </a:solidFill>
              <a:round/>
            </a:ln>
          </p:spPr>
        </p:cxnSp>
        <p:cxnSp>
          <p:nvCxnSpPr>
            <p:cNvPr id="346" name="Google Shape;480;p38"/>
            <p:cNvCxnSpPr/>
            <p:nvPr/>
          </p:nvCxnSpPr>
          <p:spPr>
            <a:xfrm flipH="1" flipV="1">
              <a:off x="1350360" y="750600"/>
              <a:ext cx="115560" cy="394200"/>
            </a:xfrm>
            <a:prstGeom prst="straightConnector1">
              <a:avLst/>
            </a:prstGeom>
            <a:ln w="38100">
              <a:solidFill>
                <a:srgbClr val="7e4fcf"/>
              </a:solidFill>
              <a:round/>
            </a:ln>
          </p:spPr>
        </p:cxnSp>
        <p:cxnSp>
          <p:nvCxnSpPr>
            <p:cNvPr id="347" name="Google Shape;481;p38"/>
            <p:cNvCxnSpPr/>
            <p:nvPr/>
          </p:nvCxnSpPr>
          <p:spPr>
            <a:xfrm flipH="1">
              <a:off x="1042920" y="1153440"/>
              <a:ext cx="417600" cy="118800"/>
            </a:xfrm>
            <a:prstGeom prst="straightConnector1">
              <a:avLst/>
            </a:prstGeom>
            <a:ln w="38100">
              <a:solidFill>
                <a:srgbClr val="7e4fcf"/>
              </a:solidFill>
              <a:round/>
            </a:ln>
          </p:spPr>
        </p:cxnSp>
      </p:gr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8" name="PlaceHolder 1"/>
          <p:cNvSpPr>
            <a:spLocks noGrp="1"/>
          </p:cNvSpPr>
          <p:nvPr>
            <p:ph type="title"/>
          </p:nvPr>
        </p:nvSpPr>
        <p:spPr>
          <a:xfrm>
            <a:off x="1428840" y="2362320"/>
            <a:ext cx="6286320" cy="1380600"/>
          </a:xfrm>
          <a:prstGeom prst="rect">
            <a:avLst/>
          </a:prstGeom>
          <a:noFill/>
          <a:ln w="0">
            <a:noFill/>
          </a:ln>
        </p:spPr>
        <p:txBody>
          <a:bodyPr lIns="91440" rIns="91440" tIns="91440" bIns="91440" anchor="b">
            <a:normAutofit/>
          </a:bodyPr>
          <a:p>
            <a:pPr indent="0" algn="ctr">
              <a:lnSpc>
                <a:spcPct val="100000"/>
              </a:lnSpc>
              <a:buNone/>
              <a:tabLst>
                <a:tab algn="l" pos="0"/>
              </a:tabLst>
            </a:pPr>
            <a:r>
              <a:rPr b="1" lang="en" sz="4000" spc="-1" strike="noStrike">
                <a:solidFill>
                  <a:schemeClr val="lt1"/>
                </a:solidFill>
                <a:latin typeface="Unbounded"/>
                <a:ea typeface="Unbounded"/>
              </a:rPr>
              <a:t>Introducción a Python y Tableau</a:t>
            </a:r>
            <a:endParaRPr b="0" lang="fr-FR" sz="4000" spc="-1" strike="noStrike">
              <a:solidFill>
                <a:schemeClr val="dk1"/>
              </a:solidFill>
              <a:latin typeface="Arial"/>
            </a:endParaRPr>
          </a:p>
        </p:txBody>
      </p:sp>
      <p:sp>
        <p:nvSpPr>
          <p:cNvPr id="349" name="PlaceHolder 2"/>
          <p:cNvSpPr>
            <a:spLocks noGrp="1"/>
          </p:cNvSpPr>
          <p:nvPr>
            <p:ph type="title"/>
          </p:nvPr>
        </p:nvSpPr>
        <p:spPr>
          <a:xfrm>
            <a:off x="3733920" y="771480"/>
            <a:ext cx="1676160" cy="1380600"/>
          </a:xfrm>
          <a:prstGeom prst="rect">
            <a:avLst/>
          </a:prstGeom>
          <a:noFill/>
          <a:ln w="19080">
            <a:solidFill>
              <a:schemeClr val="lt1"/>
            </a:solidFill>
            <a:round/>
          </a:ln>
        </p:spPr>
        <p:txBody>
          <a:bodyPr lIns="91440" rIns="91440" tIns="91440" bIns="91440" anchor="ctr">
            <a:normAutofit/>
          </a:bodyPr>
          <a:p>
            <a:pPr indent="0" algn="ctr">
              <a:lnSpc>
                <a:spcPct val="100000"/>
              </a:lnSpc>
              <a:buNone/>
              <a:tabLst>
                <a:tab algn="l" pos="0"/>
              </a:tabLst>
            </a:pPr>
            <a:r>
              <a:rPr b="1" lang="en" sz="6000" spc="-1" strike="noStrike">
                <a:solidFill>
                  <a:schemeClr val="lt1"/>
                </a:solidFill>
                <a:latin typeface="Unbounded"/>
                <a:ea typeface="Unbounded"/>
              </a:rPr>
              <a:t>01</a:t>
            </a:r>
            <a:endParaRPr b="0" lang="fr-FR" sz="6000" spc="-1" strike="noStrike">
              <a:solidFill>
                <a:schemeClr val="dk1"/>
              </a:solidFill>
              <a:latin typeface="Arial"/>
            </a:endParaRPr>
          </a:p>
        </p:txBody>
      </p:sp>
      <p:sp>
        <p:nvSpPr>
          <p:cNvPr id="350" name="PlaceHolder 3"/>
          <p:cNvSpPr>
            <a:spLocks noGrp="1"/>
          </p:cNvSpPr>
          <p:nvPr>
            <p:ph type="subTitle"/>
          </p:nvPr>
        </p:nvSpPr>
        <p:spPr>
          <a:xfrm>
            <a:off x="2571840" y="3857760"/>
            <a:ext cx="4009680" cy="371160"/>
          </a:xfrm>
          <a:prstGeom prst="rect">
            <a:avLst/>
          </a:prstGeom>
          <a:noFill/>
          <a:ln w="0">
            <a:noFill/>
          </a:ln>
        </p:spPr>
        <p:txBody>
          <a:bodyPr lIns="91440" rIns="91440" tIns="91440" bIns="91440" anchor="t">
            <a:normAutofit fontScale="80688"/>
          </a:bodyPr>
          <a:p>
            <a:pPr indent="0" algn="ctr">
              <a:buNone/>
            </a:pPr>
            <a:endParaRPr b="0" lang="en-US" sz="1600" spc="-1" strike="noStrike">
              <a:solidFill>
                <a:schemeClr val="lt1"/>
              </a:solidFill>
              <a:latin typeface="Actor"/>
              <a:ea typeface="Actor"/>
            </a:endParaRPr>
          </a:p>
        </p:txBody>
      </p:sp>
      <p:grpSp>
        <p:nvGrpSpPr>
          <p:cNvPr id="351" name="Google Shape;823;p61"/>
          <p:cNvGrpSpPr/>
          <p:nvPr/>
        </p:nvGrpSpPr>
        <p:grpSpPr>
          <a:xfrm>
            <a:off x="663840" y="3523320"/>
            <a:ext cx="871560" cy="1042920"/>
            <a:chOff x="663840" y="3523320"/>
            <a:chExt cx="871560" cy="1042920"/>
          </a:xfrm>
        </p:grpSpPr>
        <p:cxnSp>
          <p:nvCxnSpPr>
            <p:cNvPr id="352" name="Google Shape;824;p61"/>
            <p:cNvCxnSpPr/>
            <p:nvPr/>
          </p:nvCxnSpPr>
          <p:spPr>
            <a:xfrm flipH="1">
              <a:off x="663840" y="3523320"/>
              <a:ext cx="845640" cy="1043280"/>
            </a:xfrm>
            <a:prstGeom prst="straightConnector1">
              <a:avLst/>
            </a:prstGeom>
            <a:ln w="38100">
              <a:solidFill>
                <a:srgbClr val="7e4fcf"/>
              </a:solidFill>
              <a:round/>
            </a:ln>
          </p:spPr>
        </p:cxnSp>
        <p:cxnSp>
          <p:nvCxnSpPr>
            <p:cNvPr id="353" name="Google Shape;825;p61"/>
            <p:cNvCxnSpPr/>
            <p:nvPr/>
          </p:nvCxnSpPr>
          <p:spPr>
            <a:xfrm>
              <a:off x="1504080" y="3537360"/>
              <a:ext cx="31680" cy="409680"/>
            </a:xfrm>
            <a:prstGeom prst="straightConnector1">
              <a:avLst/>
            </a:prstGeom>
            <a:ln w="38100">
              <a:solidFill>
                <a:srgbClr val="7e4fcf"/>
              </a:solidFill>
              <a:round/>
            </a:ln>
          </p:spPr>
        </p:cxnSp>
        <p:cxnSp>
          <p:nvCxnSpPr>
            <p:cNvPr id="354" name="Google Shape;826;p61"/>
            <p:cNvCxnSpPr/>
            <p:nvPr/>
          </p:nvCxnSpPr>
          <p:spPr>
            <a:xfrm flipH="1">
              <a:off x="1063800" y="3530880"/>
              <a:ext cx="432360" cy="36720"/>
            </a:xfrm>
            <a:prstGeom prst="straightConnector1">
              <a:avLst/>
            </a:prstGeom>
            <a:ln w="38100">
              <a:solidFill>
                <a:srgbClr val="7e4fcf"/>
              </a:solidFill>
              <a:round/>
            </a:ln>
          </p:spPr>
        </p:cxnSp>
      </p:gr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55" name="Google Shape;619;p49" descr=""/>
          <p:cNvPicPr/>
          <p:nvPr/>
        </p:nvPicPr>
        <p:blipFill>
          <a:blip r:embed="rId1"/>
          <a:srcRect l="33381" t="0" r="-1255" b="0"/>
          <a:stretch/>
        </p:blipFill>
        <p:spPr>
          <a:xfrm>
            <a:off x="4944240" y="974520"/>
            <a:ext cx="3247920" cy="3193920"/>
          </a:xfrm>
          <a:prstGeom prst="rect">
            <a:avLst/>
          </a:prstGeom>
          <a:ln w="19050">
            <a:solidFill>
              <a:srgbClr val="ffffff"/>
            </a:solidFill>
            <a:round/>
          </a:ln>
        </p:spPr>
      </p:pic>
      <p:sp>
        <p:nvSpPr>
          <p:cNvPr id="356" name="PlaceHolder 1"/>
          <p:cNvSpPr>
            <a:spLocks noGrp="1"/>
          </p:cNvSpPr>
          <p:nvPr>
            <p:ph type="title"/>
          </p:nvPr>
        </p:nvSpPr>
        <p:spPr>
          <a:xfrm>
            <a:off x="714240" y="885960"/>
            <a:ext cx="4161960" cy="1933200"/>
          </a:xfrm>
          <a:prstGeom prst="rect">
            <a:avLst/>
          </a:prstGeom>
          <a:noFill/>
          <a:ln w="0">
            <a:noFill/>
          </a:ln>
        </p:spPr>
        <p:txBody>
          <a:bodyPr lIns="91440" rIns="91440" tIns="91440" bIns="91440" anchor="b">
            <a:normAutofit/>
          </a:bodyPr>
          <a:p>
            <a:pPr indent="0">
              <a:lnSpc>
                <a:spcPct val="100000"/>
              </a:lnSpc>
              <a:buNone/>
              <a:tabLst>
                <a:tab algn="l" pos="0"/>
              </a:tabLst>
            </a:pPr>
            <a:r>
              <a:rPr b="1" lang="en" sz="2900" spc="-1" strike="noStrike">
                <a:solidFill>
                  <a:schemeClr val="lt1"/>
                </a:solidFill>
                <a:latin typeface="Unbounded"/>
                <a:ea typeface="Unbounded"/>
              </a:rPr>
              <a:t>Uso de Python en análisis de datos</a:t>
            </a:r>
            <a:endParaRPr b="0" lang="fr-FR" sz="2900" spc="-1" strike="noStrike">
              <a:solidFill>
                <a:schemeClr val="dk1"/>
              </a:solidFill>
              <a:latin typeface="Arial"/>
            </a:endParaRPr>
          </a:p>
        </p:txBody>
      </p:sp>
      <p:sp>
        <p:nvSpPr>
          <p:cNvPr id="357" name="PlaceHolder 2"/>
          <p:cNvSpPr>
            <a:spLocks noGrp="1"/>
          </p:cNvSpPr>
          <p:nvPr>
            <p:ph type="subTitle"/>
          </p:nvPr>
        </p:nvSpPr>
        <p:spPr>
          <a:xfrm>
            <a:off x="714240" y="2819520"/>
            <a:ext cx="4161960" cy="1133280"/>
          </a:xfrm>
          <a:prstGeom prst="rect">
            <a:avLst/>
          </a:prstGeom>
          <a:noFill/>
          <a:ln w="0">
            <a:noFill/>
          </a:ln>
        </p:spPr>
        <p:txBody>
          <a:bodyPr lIns="91440" rIns="91440" tIns="91440" bIns="91440" anchor="t">
            <a:normAutofit fontScale="87123"/>
          </a:bodyPr>
          <a:p>
            <a:pPr indent="0">
              <a:lnSpc>
                <a:spcPct val="100000"/>
              </a:lnSpc>
              <a:spcAft>
                <a:spcPts val="1599"/>
              </a:spcAft>
              <a:buNone/>
              <a:tabLst>
                <a:tab algn="l" pos="0"/>
              </a:tabLst>
            </a:pPr>
            <a:r>
              <a:rPr b="0" lang="en" sz="1400" spc="-1" strike="noStrike">
                <a:solidFill>
                  <a:schemeClr val="lt1"/>
                </a:solidFill>
                <a:latin typeface="Actor"/>
                <a:ea typeface="Actor"/>
              </a:rPr>
              <a:t>Python es una herramienta poderosa para el análisis de datos gracias a sus bibliotecas como Pandas y NumPy. Nos permitió limpiar y transformar los datos de la base de datos de resultados de tests cognitivos, facilitando el proceso de análisis y la extracción de insights útiles.</a:t>
            </a:r>
            <a:endParaRPr b="0" lang="en-US" sz="1400" spc="-1" strike="noStrike">
              <a:solidFill>
                <a:srgbClr val="ffffff"/>
              </a:solidFill>
              <a:latin typeface="OpenSymbol"/>
            </a:endParaRPr>
          </a:p>
        </p:txBody>
      </p:sp>
      <p:grpSp>
        <p:nvGrpSpPr>
          <p:cNvPr id="358" name="Google Shape;622;p49"/>
          <p:cNvGrpSpPr/>
          <p:nvPr/>
        </p:nvGrpSpPr>
        <p:grpSpPr>
          <a:xfrm>
            <a:off x="4115880" y="4065480"/>
            <a:ext cx="1159200" cy="793080"/>
            <a:chOff x="4115880" y="4065480"/>
            <a:chExt cx="1159200" cy="793080"/>
          </a:xfrm>
        </p:grpSpPr>
        <p:cxnSp>
          <p:nvCxnSpPr>
            <p:cNvPr id="359" name="Google Shape;623;p49"/>
            <p:cNvCxnSpPr/>
            <p:nvPr/>
          </p:nvCxnSpPr>
          <p:spPr>
            <a:xfrm>
              <a:off x="4115880" y="4181760"/>
              <a:ext cx="1159560" cy="677160"/>
            </a:xfrm>
            <a:prstGeom prst="straightConnector1">
              <a:avLst/>
            </a:prstGeom>
            <a:ln w="38100">
              <a:solidFill>
                <a:srgbClr val="7e4fcf"/>
              </a:solidFill>
              <a:round/>
            </a:ln>
          </p:spPr>
        </p:cxnSp>
        <p:cxnSp>
          <p:nvCxnSpPr>
            <p:cNvPr id="360" name="Google Shape;624;p49"/>
            <p:cNvCxnSpPr/>
            <p:nvPr/>
          </p:nvCxnSpPr>
          <p:spPr>
            <a:xfrm>
              <a:off x="4125600" y="4193280"/>
              <a:ext cx="115560" cy="394200"/>
            </a:xfrm>
            <a:prstGeom prst="straightConnector1">
              <a:avLst/>
            </a:prstGeom>
            <a:ln w="38100">
              <a:solidFill>
                <a:srgbClr val="7e4fcf"/>
              </a:solidFill>
              <a:round/>
            </a:ln>
          </p:spPr>
        </p:cxnSp>
        <p:cxnSp>
          <p:nvCxnSpPr>
            <p:cNvPr id="361" name="Google Shape;625;p49"/>
            <p:cNvCxnSpPr/>
            <p:nvPr/>
          </p:nvCxnSpPr>
          <p:spPr>
            <a:xfrm flipV="1">
              <a:off x="4131000" y="4065480"/>
              <a:ext cx="417240" cy="118800"/>
            </a:xfrm>
            <a:prstGeom prst="straightConnector1">
              <a:avLst/>
            </a:prstGeom>
            <a:ln w="38100">
              <a:solidFill>
                <a:srgbClr val="7e4fcf"/>
              </a:solidFill>
              <a:round/>
            </a:ln>
          </p:spPr>
        </p:cxnSp>
      </p:gr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2" name="PlaceHolder 1"/>
          <p:cNvSpPr>
            <a:spLocks noGrp="1"/>
          </p:cNvSpPr>
          <p:nvPr>
            <p:ph type="title"/>
          </p:nvPr>
        </p:nvSpPr>
        <p:spPr>
          <a:xfrm>
            <a:off x="1171440" y="1085760"/>
            <a:ext cx="6791040" cy="1456920"/>
          </a:xfrm>
          <a:prstGeom prst="rect">
            <a:avLst/>
          </a:prstGeom>
          <a:noFill/>
          <a:ln w="0">
            <a:noFill/>
          </a:ln>
        </p:spPr>
        <p:txBody>
          <a:bodyPr lIns="91440" rIns="91440" tIns="91440" bIns="91440" anchor="b">
            <a:normAutofit fontScale="84194"/>
          </a:bodyPr>
          <a:p>
            <a:pPr indent="0" algn="ctr">
              <a:lnSpc>
                <a:spcPct val="100000"/>
              </a:lnSpc>
              <a:buNone/>
              <a:tabLst>
                <a:tab algn="l" pos="0"/>
              </a:tabLst>
            </a:pPr>
            <a:r>
              <a:rPr b="1" lang="en" sz="5000" spc="-1" strike="noStrike">
                <a:solidFill>
                  <a:schemeClr val="lt1"/>
                </a:solidFill>
                <a:latin typeface="Unbounded"/>
                <a:ea typeface="Unbounded"/>
              </a:rPr>
              <a:t>Integración de Tableau para visualización</a:t>
            </a:r>
            <a:endParaRPr b="0" lang="fr-FR" sz="5000" spc="-1" strike="noStrike">
              <a:solidFill>
                <a:schemeClr val="dk1"/>
              </a:solidFill>
              <a:latin typeface="Arial"/>
            </a:endParaRPr>
          </a:p>
        </p:txBody>
      </p:sp>
      <p:sp>
        <p:nvSpPr>
          <p:cNvPr id="363" name="PlaceHolder 2"/>
          <p:cNvSpPr>
            <a:spLocks noGrp="1"/>
          </p:cNvSpPr>
          <p:nvPr>
            <p:ph type="subTitle"/>
          </p:nvPr>
        </p:nvSpPr>
        <p:spPr>
          <a:xfrm>
            <a:off x="1171440" y="2476440"/>
            <a:ext cx="6791040" cy="1018800"/>
          </a:xfrm>
          <a:prstGeom prst="rect">
            <a:avLst/>
          </a:prstGeom>
          <a:noFill/>
          <a:ln w="0">
            <a:noFill/>
          </a:ln>
        </p:spPr>
        <p:txBody>
          <a:bodyPr lIns="91440" rIns="91440" tIns="91440" bIns="91440" anchor="t">
            <a:normAutofit fontScale="86943" lnSpcReduction="20000"/>
          </a:bodyPr>
          <a:p>
            <a:pPr indent="0" algn="ctr">
              <a:lnSpc>
                <a:spcPct val="100000"/>
              </a:lnSpc>
              <a:buNone/>
              <a:tabLst>
                <a:tab algn="l" pos="0"/>
              </a:tabLst>
            </a:pPr>
            <a:r>
              <a:rPr b="0" lang="en" sz="1600" spc="-1" strike="noStrike">
                <a:solidFill>
                  <a:schemeClr val="lt1"/>
                </a:solidFill>
                <a:latin typeface="Actor"/>
                <a:ea typeface="Actor"/>
              </a:rPr>
              <a:t>Tableau es una herramienta de visualización de datos que nos ayudó a presentar los resultados de una manera clara y atractiva. Con Tableau, pudimos crear gráficos interactivos que desglosan el rendimiento cognitivo en función de distintos hábitos diarios. Esto no sólo hizo que los datos fueran más accesibles, sino que también facilitó la identificación de patrones y tendencias importantes.</a:t>
            </a:r>
            <a:endParaRPr b="0" lang="en-US" sz="1600" spc="-1" strike="noStrike">
              <a:solidFill>
                <a:srgbClr val="ffffff"/>
              </a:solidFill>
              <a:latin typeface="OpenSymbol"/>
            </a:endParaRPr>
          </a:p>
        </p:txBody>
      </p:sp>
      <p:sp>
        <p:nvSpPr>
          <p:cNvPr id="364" name="Google Shape;476;p38"/>
          <p:cNvSpPr/>
          <p:nvPr/>
        </p:nvSpPr>
        <p:spPr>
          <a:xfrm>
            <a:off x="3799440" y="4223880"/>
            <a:ext cx="1545120" cy="350280"/>
          </a:xfrm>
          <a:custGeom>
            <a:avLst/>
            <a:gdLst>
              <a:gd name="textAreaLeft" fmla="*/ 0 w 1545120"/>
              <a:gd name="textAreaRight" fmla="*/ 1545480 w 1545120"/>
              <a:gd name="textAreaTop" fmla="*/ 0 h 350280"/>
              <a:gd name="textAreaBottom" fmla="*/ 350640 h 350280"/>
            </a:gdLst>
            <a:ah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ffffff"/>
              </a:solidFill>
              <a:latin typeface="OpenSymbol"/>
            </a:endParaRPr>
          </a:p>
        </p:txBody>
      </p:sp>
      <p:sp>
        <p:nvSpPr>
          <p:cNvPr id="365" name="Google Shape;477;p38"/>
          <p:cNvSpPr/>
          <p:nvPr/>
        </p:nvSpPr>
        <p:spPr>
          <a:xfrm>
            <a:off x="7924320" y="4039200"/>
            <a:ext cx="550440" cy="564480"/>
          </a:xfrm>
          <a:custGeom>
            <a:avLst/>
            <a:gdLst>
              <a:gd name="textAreaLeft" fmla="*/ 0 w 550440"/>
              <a:gd name="textAreaRight" fmla="*/ 550800 w 550440"/>
              <a:gd name="textAreaTop" fmla="*/ 0 h 564480"/>
              <a:gd name="textAreaBottom" fmla="*/ 564840 h 564480"/>
            </a:gdLst>
            <a:ah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ffffff"/>
              </a:solidFill>
              <a:latin typeface="OpenSymbol"/>
            </a:endParaRPr>
          </a:p>
        </p:txBody>
      </p:sp>
      <p:grpSp>
        <p:nvGrpSpPr>
          <p:cNvPr id="366" name="Google Shape;478;p38"/>
          <p:cNvGrpSpPr/>
          <p:nvPr/>
        </p:nvGrpSpPr>
        <p:grpSpPr>
          <a:xfrm>
            <a:off x="316080" y="478800"/>
            <a:ext cx="1159200" cy="793080"/>
            <a:chOff x="316080" y="478800"/>
            <a:chExt cx="1159200" cy="793080"/>
          </a:xfrm>
        </p:grpSpPr>
        <p:cxnSp>
          <p:nvCxnSpPr>
            <p:cNvPr id="367" name="Google Shape;479;p38"/>
            <p:cNvCxnSpPr/>
            <p:nvPr/>
          </p:nvCxnSpPr>
          <p:spPr>
            <a:xfrm flipH="1" flipV="1">
              <a:off x="316080" y="478800"/>
              <a:ext cx="1159560" cy="677520"/>
            </a:xfrm>
            <a:prstGeom prst="straightConnector1">
              <a:avLst/>
            </a:prstGeom>
            <a:ln w="38100">
              <a:solidFill>
                <a:srgbClr val="7e4fcf"/>
              </a:solidFill>
              <a:round/>
            </a:ln>
          </p:spPr>
        </p:cxnSp>
        <p:cxnSp>
          <p:nvCxnSpPr>
            <p:cNvPr id="368" name="Google Shape;480;p38"/>
            <p:cNvCxnSpPr/>
            <p:nvPr/>
          </p:nvCxnSpPr>
          <p:spPr>
            <a:xfrm flipH="1" flipV="1">
              <a:off x="1350360" y="750600"/>
              <a:ext cx="115560" cy="394200"/>
            </a:xfrm>
            <a:prstGeom prst="straightConnector1">
              <a:avLst/>
            </a:prstGeom>
            <a:ln w="38100">
              <a:solidFill>
                <a:srgbClr val="7e4fcf"/>
              </a:solidFill>
              <a:round/>
            </a:ln>
          </p:spPr>
        </p:cxnSp>
        <p:cxnSp>
          <p:nvCxnSpPr>
            <p:cNvPr id="369" name="Google Shape;481;p38"/>
            <p:cNvCxnSpPr/>
            <p:nvPr/>
          </p:nvCxnSpPr>
          <p:spPr>
            <a:xfrm flipH="1">
              <a:off x="1042920" y="1153440"/>
              <a:ext cx="417600" cy="118800"/>
            </a:xfrm>
            <a:prstGeom prst="straightConnector1">
              <a:avLst/>
            </a:prstGeom>
            <a:ln w="38100">
              <a:solidFill>
                <a:srgbClr val="7e4fcf"/>
              </a:solidFill>
              <a:round/>
            </a:ln>
          </p:spPr>
        </p:cxnSp>
      </p:gr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0" name="PlaceHolder 1"/>
          <p:cNvSpPr>
            <a:spLocks noGrp="1"/>
          </p:cNvSpPr>
          <p:nvPr>
            <p:ph type="title"/>
          </p:nvPr>
        </p:nvSpPr>
        <p:spPr>
          <a:xfrm>
            <a:off x="1428840" y="2362320"/>
            <a:ext cx="6286320" cy="1380600"/>
          </a:xfrm>
          <a:prstGeom prst="rect">
            <a:avLst/>
          </a:prstGeom>
          <a:noFill/>
          <a:ln w="0">
            <a:noFill/>
          </a:ln>
        </p:spPr>
        <p:txBody>
          <a:bodyPr lIns="91440" rIns="91440" tIns="91440" bIns="91440" anchor="b">
            <a:normAutofit/>
          </a:bodyPr>
          <a:p>
            <a:pPr indent="0" algn="ctr">
              <a:lnSpc>
                <a:spcPct val="100000"/>
              </a:lnSpc>
              <a:buNone/>
              <a:tabLst>
                <a:tab algn="l" pos="0"/>
              </a:tabLst>
            </a:pPr>
            <a:r>
              <a:rPr b="1" lang="en" sz="4000" spc="-1" strike="noStrike">
                <a:solidFill>
                  <a:schemeClr val="lt1"/>
                </a:solidFill>
                <a:latin typeface="Unbounded"/>
                <a:ea typeface="Unbounded"/>
              </a:rPr>
              <a:t>Análisis de la Base de Datos</a:t>
            </a:r>
            <a:endParaRPr b="0" lang="fr-FR" sz="4000" spc="-1" strike="noStrike">
              <a:solidFill>
                <a:schemeClr val="dk1"/>
              </a:solidFill>
              <a:latin typeface="Arial"/>
            </a:endParaRPr>
          </a:p>
        </p:txBody>
      </p:sp>
      <p:sp>
        <p:nvSpPr>
          <p:cNvPr id="371" name="PlaceHolder 2"/>
          <p:cNvSpPr>
            <a:spLocks noGrp="1"/>
          </p:cNvSpPr>
          <p:nvPr>
            <p:ph type="title"/>
          </p:nvPr>
        </p:nvSpPr>
        <p:spPr>
          <a:xfrm>
            <a:off x="3733920" y="771480"/>
            <a:ext cx="1676160" cy="1380600"/>
          </a:xfrm>
          <a:prstGeom prst="rect">
            <a:avLst/>
          </a:prstGeom>
          <a:noFill/>
          <a:ln w="19080">
            <a:solidFill>
              <a:schemeClr val="lt1"/>
            </a:solidFill>
            <a:round/>
          </a:ln>
        </p:spPr>
        <p:txBody>
          <a:bodyPr lIns="91440" rIns="91440" tIns="91440" bIns="91440" anchor="ctr">
            <a:normAutofit/>
          </a:bodyPr>
          <a:p>
            <a:pPr indent="0" algn="ctr">
              <a:lnSpc>
                <a:spcPct val="100000"/>
              </a:lnSpc>
              <a:buNone/>
              <a:tabLst>
                <a:tab algn="l" pos="0"/>
              </a:tabLst>
            </a:pPr>
            <a:r>
              <a:rPr b="1" lang="en" sz="6000" spc="-1" strike="noStrike">
                <a:solidFill>
                  <a:schemeClr val="lt1"/>
                </a:solidFill>
                <a:latin typeface="Unbounded"/>
                <a:ea typeface="Unbounded"/>
              </a:rPr>
              <a:t>02</a:t>
            </a:r>
            <a:endParaRPr b="0" lang="fr-FR" sz="6000" spc="-1" strike="noStrike">
              <a:solidFill>
                <a:schemeClr val="dk1"/>
              </a:solidFill>
              <a:latin typeface="Arial"/>
            </a:endParaRPr>
          </a:p>
        </p:txBody>
      </p:sp>
      <p:sp>
        <p:nvSpPr>
          <p:cNvPr id="372" name="PlaceHolder 3"/>
          <p:cNvSpPr>
            <a:spLocks noGrp="1"/>
          </p:cNvSpPr>
          <p:nvPr>
            <p:ph type="subTitle"/>
          </p:nvPr>
        </p:nvSpPr>
        <p:spPr>
          <a:xfrm>
            <a:off x="2571840" y="3857760"/>
            <a:ext cx="4009680" cy="371160"/>
          </a:xfrm>
          <a:prstGeom prst="rect">
            <a:avLst/>
          </a:prstGeom>
          <a:noFill/>
          <a:ln w="0">
            <a:noFill/>
          </a:ln>
        </p:spPr>
        <p:txBody>
          <a:bodyPr lIns="91440" rIns="91440" tIns="91440" bIns="91440" anchor="t">
            <a:normAutofit fontScale="80688"/>
          </a:bodyPr>
          <a:p>
            <a:pPr indent="0" algn="ctr">
              <a:buNone/>
            </a:pPr>
            <a:endParaRPr b="0" lang="en-US" sz="1600" spc="-1" strike="noStrike">
              <a:solidFill>
                <a:schemeClr val="lt1"/>
              </a:solidFill>
              <a:latin typeface="Actor"/>
              <a:ea typeface="Actor"/>
            </a:endParaRPr>
          </a:p>
        </p:txBody>
      </p:sp>
      <p:grpSp>
        <p:nvGrpSpPr>
          <p:cNvPr id="373" name="Google Shape;489;p39"/>
          <p:cNvGrpSpPr/>
          <p:nvPr/>
        </p:nvGrpSpPr>
        <p:grpSpPr>
          <a:xfrm>
            <a:off x="663840" y="3523320"/>
            <a:ext cx="871560" cy="1042920"/>
            <a:chOff x="663840" y="3523320"/>
            <a:chExt cx="871560" cy="1042920"/>
          </a:xfrm>
        </p:grpSpPr>
        <p:cxnSp>
          <p:nvCxnSpPr>
            <p:cNvPr id="374" name="Google Shape;490;p39"/>
            <p:cNvCxnSpPr/>
            <p:nvPr/>
          </p:nvCxnSpPr>
          <p:spPr>
            <a:xfrm flipH="1">
              <a:off x="663840" y="3523320"/>
              <a:ext cx="845640" cy="1043280"/>
            </a:xfrm>
            <a:prstGeom prst="straightConnector1">
              <a:avLst/>
            </a:prstGeom>
            <a:ln w="38100">
              <a:solidFill>
                <a:srgbClr val="7e4fcf"/>
              </a:solidFill>
              <a:round/>
            </a:ln>
          </p:spPr>
        </p:cxnSp>
        <p:cxnSp>
          <p:nvCxnSpPr>
            <p:cNvPr id="375" name="Google Shape;491;p39"/>
            <p:cNvCxnSpPr/>
            <p:nvPr/>
          </p:nvCxnSpPr>
          <p:spPr>
            <a:xfrm>
              <a:off x="1504080" y="3537360"/>
              <a:ext cx="31680" cy="409680"/>
            </a:xfrm>
            <a:prstGeom prst="straightConnector1">
              <a:avLst/>
            </a:prstGeom>
            <a:ln w="38100">
              <a:solidFill>
                <a:srgbClr val="7e4fcf"/>
              </a:solidFill>
              <a:round/>
            </a:ln>
          </p:spPr>
        </p:cxnSp>
        <p:cxnSp>
          <p:nvCxnSpPr>
            <p:cNvPr id="376" name="Google Shape;492;p39"/>
            <p:cNvCxnSpPr/>
            <p:nvPr/>
          </p:nvCxnSpPr>
          <p:spPr>
            <a:xfrm flipH="1">
              <a:off x="1063800" y="3530880"/>
              <a:ext cx="432360" cy="36720"/>
            </a:xfrm>
            <a:prstGeom prst="straightConnector1">
              <a:avLst/>
            </a:prstGeom>
            <a:ln w="38100">
              <a:solidFill>
                <a:srgbClr val="7e4fcf"/>
              </a:solidFill>
              <a:round/>
            </a:ln>
          </p:spPr>
        </p:cxnSp>
      </p:gr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77" name="Google Shape;619;p49" descr=""/>
          <p:cNvPicPr/>
          <p:nvPr/>
        </p:nvPicPr>
        <p:blipFill>
          <a:blip r:embed="rId1"/>
          <a:srcRect l="33381" t="0" r="-1255" b="0"/>
          <a:stretch/>
        </p:blipFill>
        <p:spPr>
          <a:xfrm>
            <a:off x="4944240" y="974520"/>
            <a:ext cx="3247920" cy="3193920"/>
          </a:xfrm>
          <a:prstGeom prst="rect">
            <a:avLst/>
          </a:prstGeom>
          <a:ln w="19050">
            <a:solidFill>
              <a:srgbClr val="ffffff"/>
            </a:solidFill>
            <a:round/>
          </a:ln>
        </p:spPr>
      </p:pic>
      <p:sp>
        <p:nvSpPr>
          <p:cNvPr id="378" name="PlaceHolder 1"/>
          <p:cNvSpPr>
            <a:spLocks noGrp="1"/>
          </p:cNvSpPr>
          <p:nvPr>
            <p:ph type="title"/>
          </p:nvPr>
        </p:nvSpPr>
        <p:spPr>
          <a:xfrm>
            <a:off x="714240" y="885960"/>
            <a:ext cx="4161960" cy="1933200"/>
          </a:xfrm>
          <a:prstGeom prst="rect">
            <a:avLst/>
          </a:prstGeom>
          <a:noFill/>
          <a:ln w="0">
            <a:noFill/>
          </a:ln>
        </p:spPr>
        <p:txBody>
          <a:bodyPr lIns="91440" rIns="91440" tIns="91440" bIns="91440" anchor="b">
            <a:normAutofit/>
          </a:bodyPr>
          <a:p>
            <a:pPr indent="0">
              <a:lnSpc>
                <a:spcPct val="100000"/>
              </a:lnSpc>
              <a:buNone/>
              <a:tabLst>
                <a:tab algn="l" pos="0"/>
              </a:tabLst>
            </a:pPr>
            <a:r>
              <a:rPr b="1" lang="en" sz="2900" spc="-1" strike="noStrike">
                <a:solidFill>
                  <a:schemeClr val="lt1"/>
                </a:solidFill>
                <a:latin typeface="Unbounded"/>
                <a:ea typeface="Unbounded"/>
              </a:rPr>
              <a:t>Descripción de la base de datos</a:t>
            </a:r>
            <a:endParaRPr b="0" lang="fr-FR" sz="2900" spc="-1" strike="noStrike">
              <a:solidFill>
                <a:schemeClr val="dk1"/>
              </a:solidFill>
              <a:latin typeface="Arial"/>
            </a:endParaRPr>
          </a:p>
        </p:txBody>
      </p:sp>
      <p:sp>
        <p:nvSpPr>
          <p:cNvPr id="379" name="PlaceHolder 2"/>
          <p:cNvSpPr>
            <a:spLocks noGrp="1"/>
          </p:cNvSpPr>
          <p:nvPr>
            <p:ph type="subTitle"/>
          </p:nvPr>
        </p:nvSpPr>
        <p:spPr>
          <a:xfrm>
            <a:off x="714240" y="2819520"/>
            <a:ext cx="4161960" cy="1133280"/>
          </a:xfrm>
          <a:prstGeom prst="rect">
            <a:avLst/>
          </a:prstGeom>
          <a:noFill/>
          <a:ln w="0">
            <a:noFill/>
          </a:ln>
        </p:spPr>
        <p:txBody>
          <a:bodyPr lIns="91440" rIns="91440" tIns="91440" bIns="91440" anchor="t">
            <a:normAutofit fontScale="80696" lnSpcReduction="10000"/>
          </a:bodyPr>
          <a:p>
            <a:pPr indent="0">
              <a:lnSpc>
                <a:spcPct val="100000"/>
              </a:lnSpc>
              <a:spcAft>
                <a:spcPts val="1599"/>
              </a:spcAft>
              <a:buNone/>
              <a:tabLst>
                <a:tab algn="l" pos="0"/>
              </a:tabLst>
            </a:pPr>
            <a:r>
              <a:rPr b="0" lang="en" sz="1400" spc="-1" strike="noStrike">
                <a:solidFill>
                  <a:schemeClr val="lt1"/>
                </a:solidFill>
                <a:latin typeface="Actor"/>
                <a:ea typeface="Actor"/>
              </a:rPr>
              <a:t>Nuestra base de datos consistió en resultados de tests cognitivos y hábitos diarios de usuarios. Cada entrada incluía métricas sobre el rendimiento cognitivo en relación a factores como horas de sueño, ejercicio físico y hábitos alimenticios. Esta diversidad nos permitió realizar análisis comparativos y extraer conclusiones sobre la influencia de los hábitos en el rendimiento cognitivo.</a:t>
            </a:r>
            <a:endParaRPr b="0" lang="en-US" sz="1400" spc="-1" strike="noStrike">
              <a:solidFill>
                <a:srgbClr val="ffffff"/>
              </a:solidFill>
              <a:latin typeface="OpenSymbol"/>
            </a:endParaRPr>
          </a:p>
        </p:txBody>
      </p:sp>
      <p:grpSp>
        <p:nvGrpSpPr>
          <p:cNvPr id="380" name="Google Shape;622;p49"/>
          <p:cNvGrpSpPr/>
          <p:nvPr/>
        </p:nvGrpSpPr>
        <p:grpSpPr>
          <a:xfrm>
            <a:off x="4115880" y="4065480"/>
            <a:ext cx="1159200" cy="793080"/>
            <a:chOff x="4115880" y="4065480"/>
            <a:chExt cx="1159200" cy="793080"/>
          </a:xfrm>
        </p:grpSpPr>
        <p:cxnSp>
          <p:nvCxnSpPr>
            <p:cNvPr id="381" name="Google Shape;623;p49"/>
            <p:cNvCxnSpPr/>
            <p:nvPr/>
          </p:nvCxnSpPr>
          <p:spPr>
            <a:xfrm>
              <a:off x="4115880" y="4181760"/>
              <a:ext cx="1159560" cy="677160"/>
            </a:xfrm>
            <a:prstGeom prst="straightConnector1">
              <a:avLst/>
            </a:prstGeom>
            <a:ln w="38100">
              <a:solidFill>
                <a:srgbClr val="7e4fcf"/>
              </a:solidFill>
              <a:round/>
            </a:ln>
          </p:spPr>
        </p:cxnSp>
        <p:cxnSp>
          <p:nvCxnSpPr>
            <p:cNvPr id="382" name="Google Shape;624;p49"/>
            <p:cNvCxnSpPr/>
            <p:nvPr/>
          </p:nvCxnSpPr>
          <p:spPr>
            <a:xfrm>
              <a:off x="4125600" y="4193280"/>
              <a:ext cx="115560" cy="394200"/>
            </a:xfrm>
            <a:prstGeom prst="straightConnector1">
              <a:avLst/>
            </a:prstGeom>
            <a:ln w="38100">
              <a:solidFill>
                <a:srgbClr val="7e4fcf"/>
              </a:solidFill>
              <a:round/>
            </a:ln>
          </p:spPr>
        </p:cxnSp>
        <p:cxnSp>
          <p:nvCxnSpPr>
            <p:cNvPr id="383" name="Google Shape;625;p49"/>
            <p:cNvCxnSpPr/>
            <p:nvPr/>
          </p:nvCxnSpPr>
          <p:spPr>
            <a:xfrm flipV="1">
              <a:off x="4131000" y="4065480"/>
              <a:ext cx="417240" cy="118800"/>
            </a:xfrm>
            <a:prstGeom prst="straightConnector1">
              <a:avLst/>
            </a:prstGeom>
            <a:ln w="38100">
              <a:solidFill>
                <a:srgbClr val="7e4fcf"/>
              </a:solidFill>
              <a:round/>
            </a:ln>
          </p:spPr>
        </p:cxnSp>
      </p:gr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4" name="PlaceHolder 1"/>
          <p:cNvSpPr>
            <a:spLocks noGrp="1"/>
          </p:cNvSpPr>
          <p:nvPr>
            <p:ph type="title"/>
          </p:nvPr>
        </p:nvSpPr>
        <p:spPr>
          <a:xfrm>
            <a:off x="1171440" y="1085760"/>
            <a:ext cx="6791040" cy="1456920"/>
          </a:xfrm>
          <a:prstGeom prst="rect">
            <a:avLst/>
          </a:prstGeom>
          <a:noFill/>
          <a:ln w="0">
            <a:noFill/>
          </a:ln>
        </p:spPr>
        <p:txBody>
          <a:bodyPr lIns="91440" rIns="91440" tIns="91440" bIns="91440" anchor="b">
            <a:normAutofit fontScale="93594" lnSpcReduction="10000"/>
          </a:bodyPr>
          <a:p>
            <a:pPr indent="0" algn="ctr">
              <a:lnSpc>
                <a:spcPct val="100000"/>
              </a:lnSpc>
              <a:buNone/>
              <a:tabLst>
                <a:tab algn="l" pos="0"/>
              </a:tabLst>
            </a:pPr>
            <a:r>
              <a:rPr b="1" lang="en" sz="5000" spc="-1" strike="noStrike">
                <a:solidFill>
                  <a:schemeClr val="lt1"/>
                </a:solidFill>
                <a:latin typeface="Unbounded"/>
                <a:ea typeface="Unbounded"/>
              </a:rPr>
              <a:t>Métodos de análisis utilizados</a:t>
            </a:r>
            <a:endParaRPr b="0" lang="fr-FR" sz="5000" spc="-1" strike="noStrike">
              <a:solidFill>
                <a:schemeClr val="dk1"/>
              </a:solidFill>
              <a:latin typeface="Arial"/>
            </a:endParaRPr>
          </a:p>
        </p:txBody>
      </p:sp>
      <p:sp>
        <p:nvSpPr>
          <p:cNvPr id="385" name="PlaceHolder 2"/>
          <p:cNvSpPr>
            <a:spLocks noGrp="1"/>
          </p:cNvSpPr>
          <p:nvPr>
            <p:ph type="subTitle"/>
          </p:nvPr>
        </p:nvSpPr>
        <p:spPr>
          <a:xfrm>
            <a:off x="1171440" y="2476440"/>
            <a:ext cx="6791040" cy="1018800"/>
          </a:xfrm>
          <a:prstGeom prst="rect">
            <a:avLst/>
          </a:prstGeom>
          <a:noFill/>
          <a:ln w="0">
            <a:noFill/>
          </a:ln>
        </p:spPr>
        <p:txBody>
          <a:bodyPr lIns="91440" rIns="91440" tIns="91440" bIns="91440" anchor="t">
            <a:normAutofit fontScale="86943"/>
          </a:bodyPr>
          <a:p>
            <a:pPr indent="0" algn="ctr">
              <a:lnSpc>
                <a:spcPct val="100000"/>
              </a:lnSpc>
              <a:buNone/>
              <a:tabLst>
                <a:tab algn="l" pos="0"/>
              </a:tabLst>
            </a:pPr>
            <a:r>
              <a:rPr b="0" lang="en" sz="1600" spc="-1" strike="noStrike">
                <a:solidFill>
                  <a:schemeClr val="lt1"/>
                </a:solidFill>
                <a:latin typeface="Actor"/>
                <a:ea typeface="Actor"/>
              </a:rPr>
              <a:t>Utilizamos técnicas estadísticas y de análisis de regresión para valorar la relación entre los hábitos diarios y el rendimiento cognitivo. Python fue esencial aquí, ya que facilitó la manipulación y limpieza de datos. También empleamos visualizaciones en Tableau para ilustrar las correlaciones y tendencias detectadas.</a:t>
            </a:r>
            <a:endParaRPr b="0" lang="en-US" sz="1600" spc="-1" strike="noStrike">
              <a:solidFill>
                <a:srgbClr val="ffffff"/>
              </a:solidFill>
              <a:latin typeface="OpenSymbol"/>
            </a:endParaRPr>
          </a:p>
        </p:txBody>
      </p:sp>
      <p:sp>
        <p:nvSpPr>
          <p:cNvPr id="386" name="Google Shape;476;p38"/>
          <p:cNvSpPr/>
          <p:nvPr/>
        </p:nvSpPr>
        <p:spPr>
          <a:xfrm>
            <a:off x="3799440" y="4223880"/>
            <a:ext cx="1545120" cy="350280"/>
          </a:xfrm>
          <a:custGeom>
            <a:avLst/>
            <a:gdLst>
              <a:gd name="textAreaLeft" fmla="*/ 0 w 1545120"/>
              <a:gd name="textAreaRight" fmla="*/ 1545480 w 1545120"/>
              <a:gd name="textAreaTop" fmla="*/ 0 h 350280"/>
              <a:gd name="textAreaBottom" fmla="*/ 350640 h 350280"/>
            </a:gdLst>
            <a:ah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ffffff"/>
              </a:solidFill>
              <a:latin typeface="OpenSymbol"/>
            </a:endParaRPr>
          </a:p>
        </p:txBody>
      </p:sp>
      <p:sp>
        <p:nvSpPr>
          <p:cNvPr id="387" name="Google Shape;477;p38"/>
          <p:cNvSpPr/>
          <p:nvPr/>
        </p:nvSpPr>
        <p:spPr>
          <a:xfrm>
            <a:off x="7924320" y="4039200"/>
            <a:ext cx="550440" cy="564480"/>
          </a:xfrm>
          <a:custGeom>
            <a:avLst/>
            <a:gdLst>
              <a:gd name="textAreaLeft" fmla="*/ 0 w 550440"/>
              <a:gd name="textAreaRight" fmla="*/ 550800 w 550440"/>
              <a:gd name="textAreaTop" fmla="*/ 0 h 564480"/>
              <a:gd name="textAreaBottom" fmla="*/ 564840 h 564480"/>
            </a:gdLst>
            <a:ah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ffffff"/>
              </a:solidFill>
              <a:latin typeface="OpenSymbol"/>
            </a:endParaRPr>
          </a:p>
        </p:txBody>
      </p:sp>
      <p:grpSp>
        <p:nvGrpSpPr>
          <p:cNvPr id="388" name="Google Shape;478;p38"/>
          <p:cNvGrpSpPr/>
          <p:nvPr/>
        </p:nvGrpSpPr>
        <p:grpSpPr>
          <a:xfrm>
            <a:off x="316080" y="478800"/>
            <a:ext cx="1159200" cy="793080"/>
            <a:chOff x="316080" y="478800"/>
            <a:chExt cx="1159200" cy="793080"/>
          </a:xfrm>
        </p:grpSpPr>
        <p:cxnSp>
          <p:nvCxnSpPr>
            <p:cNvPr id="389" name="Google Shape;479;p38"/>
            <p:cNvCxnSpPr/>
            <p:nvPr/>
          </p:nvCxnSpPr>
          <p:spPr>
            <a:xfrm flipH="1" flipV="1">
              <a:off x="316080" y="478800"/>
              <a:ext cx="1159560" cy="677520"/>
            </a:xfrm>
            <a:prstGeom prst="straightConnector1">
              <a:avLst/>
            </a:prstGeom>
            <a:ln w="38100">
              <a:solidFill>
                <a:srgbClr val="7e4fcf"/>
              </a:solidFill>
              <a:round/>
            </a:ln>
          </p:spPr>
        </p:cxnSp>
        <p:cxnSp>
          <p:nvCxnSpPr>
            <p:cNvPr id="390" name="Google Shape;480;p38"/>
            <p:cNvCxnSpPr/>
            <p:nvPr/>
          </p:nvCxnSpPr>
          <p:spPr>
            <a:xfrm flipH="1" flipV="1">
              <a:off x="1350360" y="750600"/>
              <a:ext cx="115560" cy="394200"/>
            </a:xfrm>
            <a:prstGeom prst="straightConnector1">
              <a:avLst/>
            </a:prstGeom>
            <a:ln w="38100">
              <a:solidFill>
                <a:srgbClr val="7e4fcf"/>
              </a:solidFill>
              <a:round/>
            </a:ln>
          </p:spPr>
        </p:cxnSp>
        <p:cxnSp>
          <p:nvCxnSpPr>
            <p:cNvPr id="391" name="Google Shape;481;p38"/>
            <p:cNvCxnSpPr/>
            <p:nvPr/>
          </p:nvCxnSpPr>
          <p:spPr>
            <a:xfrm flipH="1">
              <a:off x="1042920" y="1153440"/>
              <a:ext cx="417600" cy="118800"/>
            </a:xfrm>
            <a:prstGeom prst="straightConnector1">
              <a:avLst/>
            </a:prstGeom>
            <a:ln w="38100">
              <a:solidFill>
                <a:srgbClr val="7e4fcf"/>
              </a:solidFill>
              <a:round/>
            </a:ln>
          </p:spPr>
        </p:cxnSp>
      </p:gr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2" name="PlaceHolder 1"/>
          <p:cNvSpPr>
            <a:spLocks noGrp="1"/>
          </p:cNvSpPr>
          <p:nvPr>
            <p:ph type="title"/>
          </p:nvPr>
        </p:nvSpPr>
        <p:spPr>
          <a:xfrm>
            <a:off x="1171440" y="1085760"/>
            <a:ext cx="6791040" cy="1456920"/>
          </a:xfrm>
          <a:prstGeom prst="rect">
            <a:avLst/>
          </a:prstGeom>
          <a:noFill/>
          <a:ln w="0">
            <a:noFill/>
          </a:ln>
        </p:spPr>
        <p:txBody>
          <a:bodyPr lIns="91440" rIns="91440" tIns="91440" bIns="91440" anchor="b">
            <a:normAutofit fontScale="84194"/>
          </a:bodyPr>
          <a:p>
            <a:pPr indent="0" algn="ctr">
              <a:lnSpc>
                <a:spcPct val="100000"/>
              </a:lnSpc>
              <a:buNone/>
              <a:tabLst>
                <a:tab algn="l" pos="0"/>
              </a:tabLst>
            </a:pPr>
            <a:r>
              <a:rPr b="1" lang="en" sz="5000" spc="-1" strike="noStrike">
                <a:solidFill>
                  <a:schemeClr val="lt1"/>
                </a:solidFill>
                <a:latin typeface="Unbounded"/>
                <a:ea typeface="Unbounded"/>
              </a:rPr>
              <a:t>Resultados obtenidos y su relevancia</a:t>
            </a:r>
            <a:endParaRPr b="0" lang="fr-FR" sz="5000" spc="-1" strike="noStrike">
              <a:solidFill>
                <a:schemeClr val="dk1"/>
              </a:solidFill>
              <a:latin typeface="Arial"/>
            </a:endParaRPr>
          </a:p>
        </p:txBody>
      </p:sp>
      <p:sp>
        <p:nvSpPr>
          <p:cNvPr id="393" name="PlaceHolder 2"/>
          <p:cNvSpPr>
            <a:spLocks noGrp="1"/>
          </p:cNvSpPr>
          <p:nvPr>
            <p:ph type="subTitle"/>
          </p:nvPr>
        </p:nvSpPr>
        <p:spPr>
          <a:xfrm>
            <a:off x="1171440" y="2476440"/>
            <a:ext cx="6791040" cy="1018800"/>
          </a:xfrm>
          <a:prstGeom prst="rect">
            <a:avLst/>
          </a:prstGeom>
          <a:noFill/>
          <a:ln w="0">
            <a:noFill/>
          </a:ln>
        </p:spPr>
        <p:txBody>
          <a:bodyPr lIns="91440" rIns="91440" tIns="91440" bIns="91440" anchor="t">
            <a:normAutofit fontScale="86943"/>
          </a:bodyPr>
          <a:p>
            <a:pPr indent="0" algn="ctr">
              <a:lnSpc>
                <a:spcPct val="100000"/>
              </a:lnSpc>
              <a:buNone/>
              <a:tabLst>
                <a:tab algn="l" pos="0"/>
              </a:tabLst>
            </a:pPr>
            <a:r>
              <a:rPr b="0" lang="en" sz="1600" spc="-1" strike="noStrike">
                <a:solidFill>
                  <a:schemeClr val="lt1"/>
                </a:solidFill>
                <a:latin typeface="Actor"/>
                <a:ea typeface="Actor"/>
              </a:rPr>
              <a:t>Los resultados revelaron que ciertos hábitos, como mantener un horario de sueño regular y la práctica de ejercicio, están fuertemente correlacionados con un alto rendimiento cognitivo. Estas conclusiones no solo son interesantes desde un punto de vista académico, sino que también tienen aplicaciones prácticas que pueden ayudar a mejorar la calidad de vida de los individuos.</a:t>
            </a:r>
            <a:endParaRPr b="0" lang="en-US" sz="1600" spc="-1" strike="noStrike">
              <a:solidFill>
                <a:srgbClr val="ffffff"/>
              </a:solidFill>
              <a:latin typeface="OpenSymbol"/>
            </a:endParaRPr>
          </a:p>
        </p:txBody>
      </p:sp>
      <p:sp>
        <p:nvSpPr>
          <p:cNvPr id="394" name="Google Shape;476;p38"/>
          <p:cNvSpPr/>
          <p:nvPr/>
        </p:nvSpPr>
        <p:spPr>
          <a:xfrm>
            <a:off x="3799440" y="4223880"/>
            <a:ext cx="1545120" cy="350280"/>
          </a:xfrm>
          <a:custGeom>
            <a:avLst/>
            <a:gdLst>
              <a:gd name="textAreaLeft" fmla="*/ 0 w 1545120"/>
              <a:gd name="textAreaRight" fmla="*/ 1545480 w 1545120"/>
              <a:gd name="textAreaTop" fmla="*/ 0 h 350280"/>
              <a:gd name="textAreaBottom" fmla="*/ 350640 h 350280"/>
            </a:gdLst>
            <a:ah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ffffff"/>
              </a:solidFill>
              <a:latin typeface="OpenSymbol"/>
            </a:endParaRPr>
          </a:p>
        </p:txBody>
      </p:sp>
      <p:sp>
        <p:nvSpPr>
          <p:cNvPr id="395" name="Google Shape;477;p38"/>
          <p:cNvSpPr/>
          <p:nvPr/>
        </p:nvSpPr>
        <p:spPr>
          <a:xfrm>
            <a:off x="7924320" y="4039200"/>
            <a:ext cx="550440" cy="564480"/>
          </a:xfrm>
          <a:custGeom>
            <a:avLst/>
            <a:gdLst>
              <a:gd name="textAreaLeft" fmla="*/ 0 w 550440"/>
              <a:gd name="textAreaRight" fmla="*/ 550800 w 550440"/>
              <a:gd name="textAreaTop" fmla="*/ 0 h 564480"/>
              <a:gd name="textAreaBottom" fmla="*/ 564840 h 564480"/>
            </a:gdLst>
            <a:ah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ffffff"/>
              </a:solidFill>
              <a:latin typeface="OpenSymbol"/>
            </a:endParaRPr>
          </a:p>
        </p:txBody>
      </p:sp>
      <p:grpSp>
        <p:nvGrpSpPr>
          <p:cNvPr id="396" name="Google Shape;478;p38"/>
          <p:cNvGrpSpPr/>
          <p:nvPr/>
        </p:nvGrpSpPr>
        <p:grpSpPr>
          <a:xfrm>
            <a:off x="316080" y="478800"/>
            <a:ext cx="1159200" cy="793080"/>
            <a:chOff x="316080" y="478800"/>
            <a:chExt cx="1159200" cy="793080"/>
          </a:xfrm>
        </p:grpSpPr>
        <p:cxnSp>
          <p:nvCxnSpPr>
            <p:cNvPr id="397" name="Google Shape;479;p38"/>
            <p:cNvCxnSpPr/>
            <p:nvPr/>
          </p:nvCxnSpPr>
          <p:spPr>
            <a:xfrm flipH="1" flipV="1">
              <a:off x="316080" y="478800"/>
              <a:ext cx="1159560" cy="677520"/>
            </a:xfrm>
            <a:prstGeom prst="straightConnector1">
              <a:avLst/>
            </a:prstGeom>
            <a:ln w="38100">
              <a:solidFill>
                <a:srgbClr val="7e4fcf"/>
              </a:solidFill>
              <a:round/>
            </a:ln>
          </p:spPr>
        </p:cxnSp>
        <p:cxnSp>
          <p:nvCxnSpPr>
            <p:cNvPr id="398" name="Google Shape;480;p38"/>
            <p:cNvCxnSpPr/>
            <p:nvPr/>
          </p:nvCxnSpPr>
          <p:spPr>
            <a:xfrm flipH="1" flipV="1">
              <a:off x="1350360" y="750600"/>
              <a:ext cx="115560" cy="394200"/>
            </a:xfrm>
            <a:prstGeom prst="straightConnector1">
              <a:avLst/>
            </a:prstGeom>
            <a:ln w="38100">
              <a:solidFill>
                <a:srgbClr val="7e4fcf"/>
              </a:solidFill>
              <a:round/>
            </a:ln>
          </p:spPr>
        </p:cxnSp>
        <p:cxnSp>
          <p:nvCxnSpPr>
            <p:cNvPr id="399" name="Google Shape;481;p38"/>
            <p:cNvCxnSpPr/>
            <p:nvPr/>
          </p:nvCxnSpPr>
          <p:spPr>
            <a:xfrm flipH="1">
              <a:off x="1042920" y="1153440"/>
              <a:ext cx="417600" cy="118800"/>
            </a:xfrm>
            <a:prstGeom prst="straightConnector1">
              <a:avLst/>
            </a:prstGeom>
            <a:ln w="38100">
              <a:solidFill>
                <a:srgbClr val="7e4fcf"/>
              </a:solidFill>
              <a:round/>
            </a:ln>
          </p:spPr>
        </p:cxnSp>
      </p:gr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0" name="PlaceHolder 1"/>
          <p:cNvSpPr>
            <a:spLocks noGrp="1"/>
          </p:cNvSpPr>
          <p:nvPr>
            <p:ph type="title"/>
          </p:nvPr>
        </p:nvSpPr>
        <p:spPr>
          <a:xfrm>
            <a:off x="1171440" y="1085760"/>
            <a:ext cx="6791040" cy="1456920"/>
          </a:xfrm>
          <a:prstGeom prst="rect">
            <a:avLst/>
          </a:prstGeom>
          <a:noFill/>
          <a:ln w="0">
            <a:noFill/>
          </a:ln>
        </p:spPr>
        <p:txBody>
          <a:bodyPr lIns="91440" rIns="91440" tIns="91440" bIns="91440" anchor="b">
            <a:normAutofit/>
          </a:bodyPr>
          <a:p>
            <a:pPr indent="0" algn="ctr">
              <a:lnSpc>
                <a:spcPct val="100000"/>
              </a:lnSpc>
              <a:buNone/>
              <a:tabLst>
                <a:tab algn="l" pos="0"/>
              </a:tabLst>
            </a:pPr>
            <a:r>
              <a:rPr b="1" lang="en" sz="5000" spc="-1" strike="noStrike">
                <a:solidFill>
                  <a:schemeClr val="lt1"/>
                </a:solidFill>
                <a:latin typeface="Unbounded"/>
                <a:ea typeface="Unbounded"/>
              </a:rPr>
              <a:t>Conclusiones</a:t>
            </a:r>
            <a:endParaRPr b="0" lang="fr-FR" sz="5000" spc="-1" strike="noStrike">
              <a:solidFill>
                <a:schemeClr val="dk1"/>
              </a:solidFill>
              <a:latin typeface="Arial"/>
            </a:endParaRPr>
          </a:p>
        </p:txBody>
      </p:sp>
      <p:sp>
        <p:nvSpPr>
          <p:cNvPr id="401" name="PlaceHolder 2"/>
          <p:cNvSpPr>
            <a:spLocks noGrp="1"/>
          </p:cNvSpPr>
          <p:nvPr>
            <p:ph type="subTitle"/>
          </p:nvPr>
        </p:nvSpPr>
        <p:spPr>
          <a:xfrm>
            <a:off x="1171440" y="2476440"/>
            <a:ext cx="6791040" cy="1018800"/>
          </a:xfrm>
          <a:prstGeom prst="rect">
            <a:avLst/>
          </a:prstGeom>
          <a:noFill/>
          <a:ln w="0">
            <a:noFill/>
          </a:ln>
        </p:spPr>
        <p:txBody>
          <a:bodyPr lIns="91440" rIns="91440" tIns="91440" bIns="91440" anchor="t">
            <a:normAutofit fontScale="86943"/>
          </a:bodyPr>
          <a:p>
            <a:pPr indent="0" algn="ctr">
              <a:lnSpc>
                <a:spcPct val="100000"/>
              </a:lnSpc>
              <a:buNone/>
              <a:tabLst>
                <a:tab algn="l" pos="0"/>
              </a:tabLst>
            </a:pPr>
            <a:r>
              <a:rPr b="0" lang="en" sz="1600" spc="-1" strike="noStrike">
                <a:solidFill>
                  <a:schemeClr val="lt1"/>
                </a:solidFill>
                <a:latin typeface="Actor"/>
                <a:ea typeface="Actor"/>
              </a:rPr>
              <a:t>Al combinar Python y Tableau, logramos un análisis profundo y visualmente atractivo. Nuestros resultados muestran la importancia de adoptar hábitos saludables para mejorar el rendimiento cognitivo. Esta investigación puede servir de base para futuras iniciativas que promuevan un estilo de vida más saludable.</a:t>
            </a:r>
            <a:endParaRPr b="0" lang="en-US" sz="1600" spc="-1" strike="noStrike">
              <a:solidFill>
                <a:srgbClr val="ffffff"/>
              </a:solidFill>
              <a:latin typeface="OpenSymbol"/>
            </a:endParaRPr>
          </a:p>
        </p:txBody>
      </p:sp>
      <p:sp>
        <p:nvSpPr>
          <p:cNvPr id="402" name="Google Shape;476;p38"/>
          <p:cNvSpPr/>
          <p:nvPr/>
        </p:nvSpPr>
        <p:spPr>
          <a:xfrm>
            <a:off x="3799440" y="4223880"/>
            <a:ext cx="1545120" cy="350280"/>
          </a:xfrm>
          <a:custGeom>
            <a:avLst/>
            <a:gdLst>
              <a:gd name="textAreaLeft" fmla="*/ 0 w 1545120"/>
              <a:gd name="textAreaRight" fmla="*/ 1545480 w 1545120"/>
              <a:gd name="textAreaTop" fmla="*/ 0 h 350280"/>
              <a:gd name="textAreaBottom" fmla="*/ 350640 h 350280"/>
            </a:gdLst>
            <a:ahLst/>
            <a:rect l="textAreaLeft" t="textAreaTop" r="textAreaRight" b="textAreaBottom"/>
            <a:pathLst>
              <a:path w="61812" h="14026">
                <a:moveTo>
                  <a:pt x="7040" y="0"/>
                </a:moveTo>
                <a:cubicBezTo>
                  <a:pt x="6987" y="532"/>
                  <a:pt x="6934" y="1036"/>
                  <a:pt x="6907" y="1541"/>
                </a:cubicBezTo>
                <a:cubicBezTo>
                  <a:pt x="6695" y="4410"/>
                  <a:pt x="4410" y="6721"/>
                  <a:pt x="1515" y="6907"/>
                </a:cubicBezTo>
                <a:cubicBezTo>
                  <a:pt x="1010" y="6933"/>
                  <a:pt x="506" y="6986"/>
                  <a:pt x="1" y="7013"/>
                </a:cubicBezTo>
                <a:cubicBezTo>
                  <a:pt x="506" y="7066"/>
                  <a:pt x="1010" y="7119"/>
                  <a:pt x="1515" y="7146"/>
                </a:cubicBezTo>
                <a:cubicBezTo>
                  <a:pt x="4410" y="7332"/>
                  <a:pt x="6695" y="9642"/>
                  <a:pt x="6907" y="12511"/>
                </a:cubicBezTo>
                <a:cubicBezTo>
                  <a:pt x="6934" y="13016"/>
                  <a:pt x="6960" y="13521"/>
                  <a:pt x="7013" y="14025"/>
                </a:cubicBezTo>
                <a:cubicBezTo>
                  <a:pt x="7066" y="13521"/>
                  <a:pt x="7120" y="13016"/>
                  <a:pt x="7146" y="12511"/>
                </a:cubicBezTo>
                <a:cubicBezTo>
                  <a:pt x="7359" y="9642"/>
                  <a:pt x="9643" y="7332"/>
                  <a:pt x="12538" y="7146"/>
                </a:cubicBezTo>
                <a:cubicBezTo>
                  <a:pt x="13043" y="7119"/>
                  <a:pt x="13548" y="7066"/>
                  <a:pt x="14052" y="7013"/>
                </a:cubicBezTo>
                <a:cubicBezTo>
                  <a:pt x="13548" y="6986"/>
                  <a:pt x="13043" y="6933"/>
                  <a:pt x="12538" y="6907"/>
                </a:cubicBezTo>
                <a:cubicBezTo>
                  <a:pt x="9643" y="6694"/>
                  <a:pt x="7359" y="4410"/>
                  <a:pt x="7173" y="1541"/>
                </a:cubicBezTo>
                <a:cubicBezTo>
                  <a:pt x="7120" y="1036"/>
                  <a:pt x="7066" y="532"/>
                  <a:pt x="7040" y="0"/>
                </a:cubicBezTo>
                <a:close/>
                <a:moveTo>
                  <a:pt x="30893" y="0"/>
                </a:moveTo>
                <a:cubicBezTo>
                  <a:pt x="30840" y="532"/>
                  <a:pt x="30813" y="1036"/>
                  <a:pt x="30787" y="1541"/>
                </a:cubicBezTo>
                <a:cubicBezTo>
                  <a:pt x="30574" y="4410"/>
                  <a:pt x="28263" y="6694"/>
                  <a:pt x="25394" y="6880"/>
                </a:cubicBezTo>
                <a:cubicBezTo>
                  <a:pt x="24890" y="6933"/>
                  <a:pt x="24385" y="6986"/>
                  <a:pt x="23880" y="7013"/>
                </a:cubicBezTo>
                <a:cubicBezTo>
                  <a:pt x="24385" y="7066"/>
                  <a:pt x="24890" y="7119"/>
                  <a:pt x="25394" y="7146"/>
                </a:cubicBezTo>
                <a:cubicBezTo>
                  <a:pt x="28290" y="7332"/>
                  <a:pt x="30574" y="9642"/>
                  <a:pt x="30787" y="12511"/>
                </a:cubicBezTo>
                <a:cubicBezTo>
                  <a:pt x="30813" y="13016"/>
                  <a:pt x="30866" y="13521"/>
                  <a:pt x="30893" y="14025"/>
                </a:cubicBezTo>
                <a:cubicBezTo>
                  <a:pt x="30946" y="13521"/>
                  <a:pt x="30999" y="13016"/>
                  <a:pt x="31026" y="12511"/>
                </a:cubicBezTo>
                <a:cubicBezTo>
                  <a:pt x="31238" y="9642"/>
                  <a:pt x="33522" y="7332"/>
                  <a:pt x="36418" y="7146"/>
                </a:cubicBezTo>
                <a:cubicBezTo>
                  <a:pt x="36922" y="7119"/>
                  <a:pt x="37427" y="7066"/>
                  <a:pt x="37932" y="7013"/>
                </a:cubicBezTo>
                <a:cubicBezTo>
                  <a:pt x="37427" y="6960"/>
                  <a:pt x="36922" y="6933"/>
                  <a:pt x="36418" y="6907"/>
                </a:cubicBezTo>
                <a:cubicBezTo>
                  <a:pt x="33522" y="6721"/>
                  <a:pt x="31212" y="4410"/>
                  <a:pt x="31026" y="1541"/>
                </a:cubicBezTo>
                <a:cubicBezTo>
                  <a:pt x="30999" y="1036"/>
                  <a:pt x="30946" y="532"/>
                  <a:pt x="30893" y="0"/>
                </a:cubicBezTo>
                <a:close/>
                <a:moveTo>
                  <a:pt x="54772" y="0"/>
                </a:moveTo>
                <a:cubicBezTo>
                  <a:pt x="54719" y="532"/>
                  <a:pt x="54692" y="1036"/>
                  <a:pt x="54639" y="1541"/>
                </a:cubicBezTo>
                <a:cubicBezTo>
                  <a:pt x="54453" y="4410"/>
                  <a:pt x="52143" y="6694"/>
                  <a:pt x="49274" y="6880"/>
                </a:cubicBezTo>
                <a:cubicBezTo>
                  <a:pt x="48769" y="6933"/>
                  <a:pt x="48264" y="6986"/>
                  <a:pt x="47733" y="7013"/>
                </a:cubicBezTo>
                <a:cubicBezTo>
                  <a:pt x="48264" y="7066"/>
                  <a:pt x="48769" y="7119"/>
                  <a:pt x="49274" y="7146"/>
                </a:cubicBezTo>
                <a:cubicBezTo>
                  <a:pt x="52143" y="7332"/>
                  <a:pt x="54453" y="9642"/>
                  <a:pt x="54639" y="12511"/>
                </a:cubicBezTo>
                <a:cubicBezTo>
                  <a:pt x="54666" y="13016"/>
                  <a:pt x="54719" y="13521"/>
                  <a:pt x="54772" y="14025"/>
                </a:cubicBezTo>
                <a:cubicBezTo>
                  <a:pt x="54825" y="13521"/>
                  <a:pt x="54852" y="13016"/>
                  <a:pt x="54905" y="12511"/>
                </a:cubicBezTo>
                <a:cubicBezTo>
                  <a:pt x="55091" y="9616"/>
                  <a:pt x="57402" y="7332"/>
                  <a:pt x="60297" y="7146"/>
                </a:cubicBezTo>
                <a:cubicBezTo>
                  <a:pt x="60802" y="7119"/>
                  <a:pt x="61306" y="7066"/>
                  <a:pt x="61811" y="7013"/>
                </a:cubicBezTo>
                <a:cubicBezTo>
                  <a:pt x="61280" y="6986"/>
                  <a:pt x="60775" y="6933"/>
                  <a:pt x="60297" y="6907"/>
                </a:cubicBezTo>
                <a:cubicBezTo>
                  <a:pt x="57402" y="6721"/>
                  <a:pt x="55117" y="4410"/>
                  <a:pt x="54905" y="1541"/>
                </a:cubicBezTo>
                <a:cubicBezTo>
                  <a:pt x="54878" y="1036"/>
                  <a:pt x="54825" y="532"/>
                  <a:pt x="54772" y="0"/>
                </a:cubicBezTo>
                <a:close/>
              </a:path>
            </a:pathLst>
          </a:custGeom>
          <a:noFill/>
          <a:ln w="19050">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ffffff"/>
              </a:solidFill>
              <a:latin typeface="OpenSymbol"/>
            </a:endParaRPr>
          </a:p>
        </p:txBody>
      </p:sp>
      <p:sp>
        <p:nvSpPr>
          <p:cNvPr id="403" name="Google Shape;477;p38"/>
          <p:cNvSpPr/>
          <p:nvPr/>
        </p:nvSpPr>
        <p:spPr>
          <a:xfrm>
            <a:off x="7924320" y="4039200"/>
            <a:ext cx="550440" cy="564480"/>
          </a:xfrm>
          <a:custGeom>
            <a:avLst/>
            <a:gdLst>
              <a:gd name="textAreaLeft" fmla="*/ 0 w 550440"/>
              <a:gd name="textAreaRight" fmla="*/ 550800 w 550440"/>
              <a:gd name="textAreaTop" fmla="*/ 0 h 564480"/>
              <a:gd name="textAreaBottom" fmla="*/ 564840 h 564480"/>
            </a:gdLst>
            <a:ahLst/>
            <a:rect l="textAreaLeft" t="textAreaTop" r="textAreaRight" b="textAreaBottom"/>
            <a:pathLst>
              <a:path w="43135" h="44235">
                <a:moveTo>
                  <a:pt x="21057" y="1"/>
                </a:moveTo>
                <a:lnTo>
                  <a:pt x="21057" y="394"/>
                </a:lnTo>
                <a:cubicBezTo>
                  <a:pt x="20979" y="12179"/>
                  <a:pt x="11786" y="21921"/>
                  <a:pt x="1" y="22471"/>
                </a:cubicBezTo>
                <a:cubicBezTo>
                  <a:pt x="11629" y="23021"/>
                  <a:pt x="20821" y="32606"/>
                  <a:pt x="21057" y="44234"/>
                </a:cubicBezTo>
                <a:lnTo>
                  <a:pt x="21057" y="43841"/>
                </a:lnTo>
                <a:cubicBezTo>
                  <a:pt x="20979" y="31663"/>
                  <a:pt x="30957" y="21764"/>
                  <a:pt x="43135" y="21764"/>
                </a:cubicBezTo>
                <a:cubicBezTo>
                  <a:pt x="31114" y="21685"/>
                  <a:pt x="21214" y="12022"/>
                  <a:pt x="21057" y="1"/>
                </a:cubicBezTo>
                <a:close/>
              </a:path>
            </a:pathLst>
          </a:custGeom>
          <a:noFill/>
          <a:ln w="19050">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ffffff"/>
              </a:solidFill>
              <a:latin typeface="OpenSymbol"/>
            </a:endParaRPr>
          </a:p>
        </p:txBody>
      </p:sp>
      <p:grpSp>
        <p:nvGrpSpPr>
          <p:cNvPr id="404" name="Google Shape;478;p38"/>
          <p:cNvGrpSpPr/>
          <p:nvPr/>
        </p:nvGrpSpPr>
        <p:grpSpPr>
          <a:xfrm>
            <a:off x="316080" y="478800"/>
            <a:ext cx="1159200" cy="793080"/>
            <a:chOff x="316080" y="478800"/>
            <a:chExt cx="1159200" cy="793080"/>
          </a:xfrm>
        </p:grpSpPr>
        <p:cxnSp>
          <p:nvCxnSpPr>
            <p:cNvPr id="405" name="Google Shape;479;p38"/>
            <p:cNvCxnSpPr/>
            <p:nvPr/>
          </p:nvCxnSpPr>
          <p:spPr>
            <a:xfrm flipH="1" flipV="1">
              <a:off x="316080" y="478800"/>
              <a:ext cx="1159560" cy="677520"/>
            </a:xfrm>
            <a:prstGeom prst="straightConnector1">
              <a:avLst/>
            </a:prstGeom>
            <a:ln w="38100">
              <a:solidFill>
                <a:srgbClr val="7e4fcf"/>
              </a:solidFill>
              <a:round/>
            </a:ln>
          </p:spPr>
        </p:cxnSp>
        <p:cxnSp>
          <p:nvCxnSpPr>
            <p:cNvPr id="406" name="Google Shape;480;p38"/>
            <p:cNvCxnSpPr/>
            <p:nvPr/>
          </p:nvCxnSpPr>
          <p:spPr>
            <a:xfrm flipH="1" flipV="1">
              <a:off x="1350360" y="750600"/>
              <a:ext cx="115560" cy="394200"/>
            </a:xfrm>
            <a:prstGeom prst="straightConnector1">
              <a:avLst/>
            </a:prstGeom>
            <a:ln w="38100">
              <a:solidFill>
                <a:srgbClr val="7e4fcf"/>
              </a:solidFill>
              <a:round/>
            </a:ln>
          </p:spPr>
        </p:cxnSp>
        <p:cxnSp>
          <p:nvCxnSpPr>
            <p:cNvPr id="407" name="Google Shape;481;p38"/>
            <p:cNvCxnSpPr/>
            <p:nvPr/>
          </p:nvCxnSpPr>
          <p:spPr>
            <a:xfrm flipH="1">
              <a:off x="1042920" y="1153440"/>
              <a:ext cx="417600" cy="118800"/>
            </a:xfrm>
            <a:prstGeom prst="straightConnector1">
              <a:avLst/>
            </a:prstGeom>
            <a:ln w="38100">
              <a:solidFill>
                <a:srgbClr val="7e4fcf"/>
              </a:solidFill>
              <a:round/>
            </a:ln>
          </p:spPr>
        </p:cxnSp>
      </p:gr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8" name="PlaceHolder 1"/>
          <p:cNvSpPr>
            <a:spLocks noGrp="1"/>
          </p:cNvSpPr>
          <p:nvPr>
            <p:ph type="title"/>
          </p:nvPr>
        </p:nvSpPr>
        <p:spPr>
          <a:xfrm>
            <a:off x="1228680" y="542880"/>
            <a:ext cx="6695640" cy="1095120"/>
          </a:xfrm>
          <a:prstGeom prst="rect">
            <a:avLst/>
          </a:prstGeom>
          <a:noFill/>
          <a:ln w="0">
            <a:noFill/>
          </a:ln>
        </p:spPr>
        <p:txBody>
          <a:bodyPr lIns="91440" rIns="91440" tIns="91440" bIns="91440" anchor="b">
            <a:normAutofit/>
          </a:bodyPr>
          <a:p>
            <a:pPr indent="0" algn="ctr">
              <a:lnSpc>
                <a:spcPct val="100000"/>
              </a:lnSpc>
              <a:buNone/>
              <a:tabLst>
                <a:tab algn="l" pos="0"/>
              </a:tabLst>
            </a:pPr>
            <a:r>
              <a:rPr b="1" lang="en" sz="5000" spc="-1" strike="noStrike">
                <a:solidFill>
                  <a:schemeClr val="lt1"/>
                </a:solidFill>
                <a:latin typeface="Unbounded"/>
                <a:ea typeface="Unbounded"/>
              </a:rPr>
              <a:t>Thank you!</a:t>
            </a:r>
            <a:endParaRPr b="0" lang="fr-FR" sz="5000" spc="-1" strike="noStrike">
              <a:solidFill>
                <a:schemeClr val="dk1"/>
              </a:solidFill>
              <a:latin typeface="Arial"/>
            </a:endParaRPr>
          </a:p>
        </p:txBody>
      </p:sp>
      <p:sp>
        <p:nvSpPr>
          <p:cNvPr id="409" name="PlaceHolder 2"/>
          <p:cNvSpPr>
            <a:spLocks noGrp="1"/>
          </p:cNvSpPr>
          <p:nvPr>
            <p:ph type="subTitle"/>
          </p:nvPr>
        </p:nvSpPr>
        <p:spPr>
          <a:xfrm>
            <a:off x="2352600" y="1571760"/>
            <a:ext cx="4447800" cy="1228320"/>
          </a:xfrm>
          <a:prstGeom prst="rect">
            <a:avLst/>
          </a:prstGeom>
          <a:noFill/>
          <a:ln w="0">
            <a:noFill/>
          </a:ln>
        </p:spPr>
        <p:txBody>
          <a:bodyPr lIns="91440" rIns="91440" tIns="91440" bIns="91440" anchor="t">
            <a:normAutofit/>
          </a:bodyPr>
          <a:p>
            <a:pPr indent="0" algn="ctr">
              <a:lnSpc>
                <a:spcPct val="100000"/>
              </a:lnSpc>
              <a:buNone/>
              <a:tabLst>
                <a:tab algn="l" pos="0"/>
              </a:tabLst>
            </a:pPr>
            <a:r>
              <a:rPr b="1" lang="en" sz="2000" spc="-1" strike="noStrike">
                <a:solidFill>
                  <a:schemeClr val="lt1"/>
                </a:solidFill>
                <a:latin typeface="Actor"/>
                <a:ea typeface="Actor"/>
              </a:rPr>
              <a:t>Do you have any questions?</a:t>
            </a:r>
            <a:endParaRPr b="0" lang="en-US" sz="2000" spc="-1" strike="noStrike">
              <a:solidFill>
                <a:srgbClr val="ffffff"/>
              </a:solidFill>
              <a:latin typeface="OpenSymbol"/>
            </a:endParaRPr>
          </a:p>
        </p:txBody>
      </p:sp>
      <p:sp>
        <p:nvSpPr>
          <p:cNvPr id="410" name="Google Shape;1023;p69"/>
          <p:cNvSpPr/>
          <p:nvPr/>
        </p:nvSpPr>
        <p:spPr>
          <a:xfrm>
            <a:off x="2495520" y="4219560"/>
            <a:ext cx="4152600" cy="256680"/>
          </a:xfrm>
          <a:prstGeom prst="rect">
            <a:avLst/>
          </a:prstGeom>
          <a:noFill/>
          <a:ln w="0">
            <a:noFill/>
          </a:ln>
        </p:spPr>
        <p:style>
          <a:lnRef idx="0"/>
          <a:fillRef idx="0"/>
          <a:effectRef idx="0"/>
          <a:fontRef idx="minor"/>
        </p:style>
        <p:txBody>
          <a:bodyPr lIns="870823080" rIns="870823080" tIns="128520" bIns="128520" anchor="t">
            <a:normAutofit/>
          </a:bodyPr>
          <a:p>
            <a:pPr algn="ctr" defTabSz="914400">
              <a:lnSpc>
                <a:spcPct val="100000"/>
              </a:lnSpc>
              <a:tabLst>
                <a:tab algn="l" pos="0"/>
              </a:tabLst>
            </a:pPr>
            <a:r>
              <a:rPr b="0" lang="en" sz="1200" spc="-1" strike="noStrike">
                <a:solidFill>
                  <a:schemeClr val="dk1"/>
                </a:solidFill>
                <a:latin typeface="Arial"/>
              </a:rPr>
              <a:t>+91 620 421 838</a:t>
            </a:r>
            <a:endParaRPr b="0" lang="en-US" sz="1200" spc="-1" strike="noStrike">
              <a:solidFill>
                <a:srgbClr val="ffffff"/>
              </a:solidFill>
              <a:latin typeface="OpenSymbol"/>
            </a:endParaRPr>
          </a:p>
        </p:txBody>
      </p:sp>
      <p:grpSp>
        <p:nvGrpSpPr>
          <p:cNvPr id="411" name="Google Shape;1024;p69"/>
          <p:cNvGrpSpPr/>
          <p:nvPr/>
        </p:nvGrpSpPr>
        <p:grpSpPr>
          <a:xfrm>
            <a:off x="7566840" y="3891240"/>
            <a:ext cx="1159560" cy="793080"/>
            <a:chOff x="7566840" y="3891240"/>
            <a:chExt cx="1159560" cy="793080"/>
          </a:xfrm>
        </p:grpSpPr>
        <p:cxnSp>
          <p:nvCxnSpPr>
            <p:cNvPr id="412" name="Google Shape;1025;p69"/>
            <p:cNvCxnSpPr/>
            <p:nvPr/>
          </p:nvCxnSpPr>
          <p:spPr>
            <a:xfrm>
              <a:off x="7566840" y="4007520"/>
              <a:ext cx="1159920" cy="677160"/>
            </a:xfrm>
            <a:prstGeom prst="straightConnector1">
              <a:avLst/>
            </a:prstGeom>
            <a:ln w="38100">
              <a:solidFill>
                <a:srgbClr val="7e4fcf"/>
              </a:solidFill>
              <a:round/>
            </a:ln>
          </p:spPr>
        </p:cxnSp>
        <p:cxnSp>
          <p:nvCxnSpPr>
            <p:cNvPr id="413" name="Google Shape;1026;p69"/>
            <p:cNvCxnSpPr/>
            <p:nvPr/>
          </p:nvCxnSpPr>
          <p:spPr>
            <a:xfrm>
              <a:off x="7576560" y="4019040"/>
              <a:ext cx="115560" cy="394200"/>
            </a:xfrm>
            <a:prstGeom prst="straightConnector1">
              <a:avLst/>
            </a:prstGeom>
            <a:ln w="38100">
              <a:solidFill>
                <a:srgbClr val="7e4fcf"/>
              </a:solidFill>
              <a:round/>
            </a:ln>
          </p:spPr>
        </p:cxnSp>
        <p:cxnSp>
          <p:nvCxnSpPr>
            <p:cNvPr id="414" name="Google Shape;1027;p69"/>
            <p:cNvCxnSpPr/>
            <p:nvPr/>
          </p:nvCxnSpPr>
          <p:spPr>
            <a:xfrm flipV="1">
              <a:off x="7582320" y="3891240"/>
              <a:ext cx="417240" cy="118800"/>
            </a:xfrm>
            <a:prstGeom prst="straightConnector1">
              <a:avLst/>
            </a:prstGeom>
            <a:ln w="38100">
              <a:solidFill>
                <a:srgbClr val="7e4fcf"/>
              </a:solidFill>
              <a:round/>
            </a:ln>
          </p:spPr>
        </p:cxnSp>
      </p:grpSp>
      <p:sp>
        <p:nvSpPr>
          <p:cNvPr id="415" name="Google Shape;1028;p69"/>
          <p:cNvSpPr/>
          <p:nvPr/>
        </p:nvSpPr>
        <p:spPr>
          <a:xfrm>
            <a:off x="3382200" y="2979360"/>
            <a:ext cx="485280" cy="486000"/>
          </a:xfrm>
          <a:custGeom>
            <a:avLst/>
            <a:gdLst>
              <a:gd name="textAreaLeft" fmla="*/ 0 w 485280"/>
              <a:gd name="textAreaRight" fmla="*/ 485640 w 485280"/>
              <a:gd name="textAreaTop" fmla="*/ 0 h 486000"/>
              <a:gd name="textAreaBottom" fmla="*/ 486360 h 486000"/>
            </a:gdLst>
            <a:ahLst/>
            <a:rect l="textAreaLeft" t="textAreaTop" r="textAreaRight" b="textAreaBottom"/>
            <a:pathLst>
              <a:path w="10860" h="10872">
                <a:moveTo>
                  <a:pt x="5430" y="1"/>
                </a:moveTo>
                <a:cubicBezTo>
                  <a:pt x="3990" y="1"/>
                  <a:pt x="2608" y="560"/>
                  <a:pt x="1596" y="1584"/>
                </a:cubicBezTo>
                <a:cubicBezTo>
                  <a:pt x="561" y="2620"/>
                  <a:pt x="1" y="3989"/>
                  <a:pt x="1" y="5430"/>
                </a:cubicBezTo>
                <a:cubicBezTo>
                  <a:pt x="1" y="6561"/>
                  <a:pt x="346" y="7645"/>
                  <a:pt x="1001" y="8573"/>
                </a:cubicBezTo>
                <a:cubicBezTo>
                  <a:pt x="1632" y="9466"/>
                  <a:pt x="2513" y="10145"/>
                  <a:pt x="3537" y="10538"/>
                </a:cubicBezTo>
                <a:cubicBezTo>
                  <a:pt x="3559" y="10544"/>
                  <a:pt x="3579" y="10547"/>
                  <a:pt x="3599" y="10547"/>
                </a:cubicBezTo>
                <a:cubicBezTo>
                  <a:pt x="3656" y="10547"/>
                  <a:pt x="3704" y="10522"/>
                  <a:pt x="3740" y="10478"/>
                </a:cubicBezTo>
                <a:cubicBezTo>
                  <a:pt x="3763" y="10443"/>
                  <a:pt x="3763" y="10395"/>
                  <a:pt x="3763" y="10371"/>
                </a:cubicBezTo>
                <a:lnTo>
                  <a:pt x="3763" y="7275"/>
                </a:lnTo>
                <a:cubicBezTo>
                  <a:pt x="3763" y="7180"/>
                  <a:pt x="3692" y="7097"/>
                  <a:pt x="3585" y="7097"/>
                </a:cubicBezTo>
                <a:lnTo>
                  <a:pt x="2156" y="7097"/>
                </a:lnTo>
                <a:lnTo>
                  <a:pt x="2156" y="5835"/>
                </a:lnTo>
                <a:lnTo>
                  <a:pt x="3585" y="5835"/>
                </a:lnTo>
                <a:cubicBezTo>
                  <a:pt x="3680" y="5835"/>
                  <a:pt x="3763" y="5751"/>
                  <a:pt x="3763" y="5656"/>
                </a:cubicBezTo>
                <a:lnTo>
                  <a:pt x="3763" y="5430"/>
                </a:lnTo>
                <a:cubicBezTo>
                  <a:pt x="3763" y="3942"/>
                  <a:pt x="5180" y="2632"/>
                  <a:pt x="6799" y="2632"/>
                </a:cubicBezTo>
                <a:lnTo>
                  <a:pt x="7550" y="2632"/>
                </a:lnTo>
                <a:lnTo>
                  <a:pt x="7550" y="3894"/>
                </a:lnTo>
                <a:lnTo>
                  <a:pt x="6799" y="3894"/>
                </a:lnTo>
                <a:cubicBezTo>
                  <a:pt x="6311" y="3894"/>
                  <a:pt x="5883" y="4025"/>
                  <a:pt x="5561" y="4287"/>
                </a:cubicBezTo>
                <a:cubicBezTo>
                  <a:pt x="5228" y="4561"/>
                  <a:pt x="5025" y="4966"/>
                  <a:pt x="5025" y="5430"/>
                </a:cubicBezTo>
                <a:lnTo>
                  <a:pt x="5025" y="5656"/>
                </a:lnTo>
                <a:cubicBezTo>
                  <a:pt x="5025" y="5740"/>
                  <a:pt x="5109" y="5835"/>
                  <a:pt x="5204" y="5835"/>
                </a:cubicBezTo>
                <a:lnTo>
                  <a:pt x="5883" y="5835"/>
                </a:lnTo>
                <a:cubicBezTo>
                  <a:pt x="5966" y="5835"/>
                  <a:pt x="6061" y="5751"/>
                  <a:pt x="6061" y="5656"/>
                </a:cubicBezTo>
                <a:cubicBezTo>
                  <a:pt x="6061" y="5561"/>
                  <a:pt x="5978" y="5478"/>
                  <a:pt x="5883" y="5478"/>
                </a:cubicBezTo>
                <a:lnTo>
                  <a:pt x="5371" y="5478"/>
                </a:lnTo>
                <a:lnTo>
                  <a:pt x="5371" y="5418"/>
                </a:lnTo>
                <a:cubicBezTo>
                  <a:pt x="5371" y="4525"/>
                  <a:pt x="6145" y="4204"/>
                  <a:pt x="6799" y="4204"/>
                </a:cubicBezTo>
                <a:lnTo>
                  <a:pt x="7704" y="4204"/>
                </a:lnTo>
                <a:cubicBezTo>
                  <a:pt x="7800" y="4204"/>
                  <a:pt x="7883" y="4132"/>
                  <a:pt x="7883" y="4025"/>
                </a:cubicBezTo>
                <a:lnTo>
                  <a:pt x="7883" y="2418"/>
                </a:lnTo>
                <a:cubicBezTo>
                  <a:pt x="7883" y="2334"/>
                  <a:pt x="7811" y="2239"/>
                  <a:pt x="7704" y="2239"/>
                </a:cubicBezTo>
                <a:lnTo>
                  <a:pt x="6799" y="2239"/>
                </a:lnTo>
                <a:cubicBezTo>
                  <a:pt x="5966" y="2239"/>
                  <a:pt x="5121" y="2572"/>
                  <a:pt x="4466" y="3156"/>
                </a:cubicBezTo>
                <a:cubicBezTo>
                  <a:pt x="3799" y="3763"/>
                  <a:pt x="3418" y="4549"/>
                  <a:pt x="3418" y="5382"/>
                </a:cubicBezTo>
                <a:lnTo>
                  <a:pt x="3418" y="5442"/>
                </a:lnTo>
                <a:lnTo>
                  <a:pt x="1989" y="5442"/>
                </a:lnTo>
                <a:cubicBezTo>
                  <a:pt x="1906" y="5442"/>
                  <a:pt x="1811" y="5513"/>
                  <a:pt x="1811" y="5620"/>
                </a:cubicBezTo>
                <a:lnTo>
                  <a:pt x="1811" y="7228"/>
                </a:lnTo>
                <a:cubicBezTo>
                  <a:pt x="1811" y="7323"/>
                  <a:pt x="1894" y="7406"/>
                  <a:pt x="1989" y="7406"/>
                </a:cubicBezTo>
                <a:lnTo>
                  <a:pt x="3418" y="7406"/>
                </a:lnTo>
                <a:lnTo>
                  <a:pt x="3418" y="10085"/>
                </a:lnTo>
                <a:cubicBezTo>
                  <a:pt x="1561" y="9300"/>
                  <a:pt x="346" y="7442"/>
                  <a:pt x="346" y="5418"/>
                </a:cubicBezTo>
                <a:cubicBezTo>
                  <a:pt x="346" y="2596"/>
                  <a:pt x="2620" y="322"/>
                  <a:pt x="5430" y="322"/>
                </a:cubicBezTo>
                <a:cubicBezTo>
                  <a:pt x="8228" y="322"/>
                  <a:pt x="10526" y="2620"/>
                  <a:pt x="10526" y="5418"/>
                </a:cubicBezTo>
                <a:cubicBezTo>
                  <a:pt x="10526" y="8228"/>
                  <a:pt x="8240" y="10502"/>
                  <a:pt x="5430" y="10502"/>
                </a:cubicBezTo>
                <a:lnTo>
                  <a:pt x="5371" y="10502"/>
                </a:lnTo>
                <a:lnTo>
                  <a:pt x="5371" y="7418"/>
                </a:lnTo>
                <a:lnTo>
                  <a:pt x="7728" y="7418"/>
                </a:lnTo>
                <a:cubicBezTo>
                  <a:pt x="7811" y="7418"/>
                  <a:pt x="7907" y="7347"/>
                  <a:pt x="7907" y="7240"/>
                </a:cubicBezTo>
                <a:lnTo>
                  <a:pt x="7907" y="5656"/>
                </a:lnTo>
                <a:cubicBezTo>
                  <a:pt x="7907" y="5561"/>
                  <a:pt x="7823" y="5478"/>
                  <a:pt x="7728" y="5478"/>
                </a:cubicBezTo>
                <a:lnTo>
                  <a:pt x="6728" y="5478"/>
                </a:lnTo>
                <a:cubicBezTo>
                  <a:pt x="6633" y="5478"/>
                  <a:pt x="6549" y="5549"/>
                  <a:pt x="6549" y="5656"/>
                </a:cubicBezTo>
                <a:cubicBezTo>
                  <a:pt x="6549" y="5740"/>
                  <a:pt x="6621" y="5835"/>
                  <a:pt x="6728" y="5835"/>
                </a:cubicBezTo>
                <a:lnTo>
                  <a:pt x="7561" y="5835"/>
                </a:lnTo>
                <a:lnTo>
                  <a:pt x="7561" y="7097"/>
                </a:lnTo>
                <a:lnTo>
                  <a:pt x="5204" y="7097"/>
                </a:lnTo>
                <a:cubicBezTo>
                  <a:pt x="5121" y="7097"/>
                  <a:pt x="5025" y="7168"/>
                  <a:pt x="5025" y="7275"/>
                </a:cubicBezTo>
                <a:lnTo>
                  <a:pt x="5025" y="10693"/>
                </a:lnTo>
                <a:cubicBezTo>
                  <a:pt x="5025" y="10788"/>
                  <a:pt x="5109" y="10859"/>
                  <a:pt x="5192" y="10871"/>
                </a:cubicBezTo>
                <a:lnTo>
                  <a:pt x="5430" y="10871"/>
                </a:lnTo>
                <a:cubicBezTo>
                  <a:pt x="6871" y="10871"/>
                  <a:pt x="8240" y="10312"/>
                  <a:pt x="9276" y="9288"/>
                </a:cubicBezTo>
                <a:cubicBezTo>
                  <a:pt x="10300" y="8252"/>
                  <a:pt x="10859" y="6883"/>
                  <a:pt x="10859" y="5442"/>
                </a:cubicBezTo>
                <a:cubicBezTo>
                  <a:pt x="10859" y="3989"/>
                  <a:pt x="10300" y="2620"/>
                  <a:pt x="9276" y="1584"/>
                </a:cubicBezTo>
                <a:cubicBezTo>
                  <a:pt x="8240" y="560"/>
                  <a:pt x="6871" y="1"/>
                  <a:pt x="5430"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grpSp>
        <p:nvGrpSpPr>
          <p:cNvPr id="416" name="Google Shape;1029;p69"/>
          <p:cNvGrpSpPr/>
          <p:nvPr/>
        </p:nvGrpSpPr>
        <p:grpSpPr>
          <a:xfrm>
            <a:off x="4013640" y="2979720"/>
            <a:ext cx="485640" cy="485280"/>
            <a:chOff x="4013640" y="2979720"/>
            <a:chExt cx="485640" cy="485280"/>
          </a:xfrm>
        </p:grpSpPr>
        <p:sp>
          <p:nvSpPr>
            <p:cNvPr id="417" name="Google Shape;1030;p69"/>
            <p:cNvSpPr/>
            <p:nvPr/>
          </p:nvSpPr>
          <p:spPr>
            <a:xfrm>
              <a:off x="4013640" y="2979720"/>
              <a:ext cx="485640" cy="485280"/>
            </a:xfrm>
            <a:custGeom>
              <a:avLst/>
              <a:gdLst>
                <a:gd name="textAreaLeft" fmla="*/ 0 w 485640"/>
                <a:gd name="textAreaRight" fmla="*/ 486000 w 485640"/>
                <a:gd name="textAreaTop" fmla="*/ 0 h 485280"/>
                <a:gd name="textAreaBottom" fmla="*/ 485640 h 485280"/>
              </a:gdLst>
              <a:ahLst/>
              <a:rect l="textAreaLeft" t="textAreaTop" r="textAreaRight" b="textAreaBottom"/>
              <a:pathLst>
                <a:path w="10872" h="1086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418" name="Google Shape;1031;p69"/>
            <p:cNvSpPr/>
            <p:nvPr/>
          </p:nvSpPr>
          <p:spPr>
            <a:xfrm>
              <a:off x="4104720" y="3071520"/>
              <a:ext cx="302040" cy="302040"/>
            </a:xfrm>
            <a:custGeom>
              <a:avLst/>
              <a:gdLst>
                <a:gd name="textAreaLeft" fmla="*/ 0 w 302040"/>
                <a:gd name="textAreaRight" fmla="*/ 302400 w 302040"/>
                <a:gd name="textAreaTop" fmla="*/ 0 h 302040"/>
                <a:gd name="textAreaBottom" fmla="*/ 302400 h 302040"/>
              </a:gdLst>
              <a:ahLst/>
              <a:rect l="textAreaLeft" t="textAreaTop" r="textAreaRight" b="textAreaBottom"/>
              <a:pathLst>
                <a:path w="6764" h="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419" name="Google Shape;1032;p69"/>
            <p:cNvSpPr/>
            <p:nvPr/>
          </p:nvSpPr>
          <p:spPr>
            <a:xfrm>
              <a:off x="4174920" y="3143160"/>
              <a:ext cx="160920" cy="158040"/>
            </a:xfrm>
            <a:custGeom>
              <a:avLst/>
              <a:gdLst>
                <a:gd name="textAreaLeft" fmla="*/ 0 w 160920"/>
                <a:gd name="textAreaRight" fmla="*/ 161280 w 160920"/>
                <a:gd name="textAreaTop" fmla="*/ 0 h 158040"/>
                <a:gd name="textAreaBottom" fmla="*/ 158400 h 158040"/>
              </a:gdLst>
              <a:ahLst/>
              <a:rect l="textAreaLeft" t="textAreaTop" r="textAreaRight" b="textAreaBottom"/>
              <a:pathLst>
                <a:path w="3607" h="3542">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lt1"/>
            </a:solidFill>
            <a:ln w="0">
              <a:noFill/>
            </a:ln>
          </p:spPr>
          <p:style>
            <a:lnRef idx="0"/>
            <a:fillRef idx="0"/>
            <a:effectRef idx="0"/>
            <a:fontRef idx="minor"/>
          </p:style>
          <p:txBody>
            <a:bodyPr tIns="79200" bIns="7920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420" name="Google Shape;1033;p69"/>
            <p:cNvSpPr/>
            <p:nvPr/>
          </p:nvSpPr>
          <p:spPr>
            <a:xfrm>
              <a:off x="4317120" y="3110400"/>
              <a:ext cx="41040" cy="40680"/>
            </a:xfrm>
            <a:custGeom>
              <a:avLst/>
              <a:gdLst>
                <a:gd name="textAreaLeft" fmla="*/ 0 w 41040"/>
                <a:gd name="textAreaRight" fmla="*/ 41400 w 41040"/>
                <a:gd name="textAreaTop" fmla="*/ 0 h 40680"/>
                <a:gd name="textAreaBottom" fmla="*/ 41040 h 40680"/>
              </a:gdLst>
              <a:ahLst/>
              <a:rect l="textAreaLeft" t="textAreaTop" r="textAreaRight" b="textAreaBottom"/>
              <a:pathLst>
                <a:path w="929" h="918">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lt1"/>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421" name="Google Shape;1034;p69"/>
          <p:cNvGrpSpPr/>
          <p:nvPr/>
        </p:nvGrpSpPr>
        <p:grpSpPr>
          <a:xfrm>
            <a:off x="4644720" y="2979720"/>
            <a:ext cx="485640" cy="485280"/>
            <a:chOff x="4644720" y="2979720"/>
            <a:chExt cx="485640" cy="485280"/>
          </a:xfrm>
        </p:grpSpPr>
        <p:sp>
          <p:nvSpPr>
            <p:cNvPr id="422" name="Google Shape;1035;p69"/>
            <p:cNvSpPr/>
            <p:nvPr/>
          </p:nvSpPr>
          <p:spPr>
            <a:xfrm>
              <a:off x="4644720" y="2979720"/>
              <a:ext cx="485640" cy="485280"/>
            </a:xfrm>
            <a:custGeom>
              <a:avLst/>
              <a:gdLst>
                <a:gd name="textAreaLeft" fmla="*/ 0 w 485640"/>
                <a:gd name="textAreaRight" fmla="*/ 486000 w 485640"/>
                <a:gd name="textAreaTop" fmla="*/ 0 h 485280"/>
                <a:gd name="textAreaBottom" fmla="*/ 485640 h 485280"/>
              </a:gdLst>
              <a:ahLst/>
              <a:rect l="textAreaLeft" t="textAreaTop" r="textAreaRight" b="textAreaBottom"/>
              <a:pathLst>
                <a:path w="10872" h="1086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423" name="Google Shape;1036;p69"/>
            <p:cNvSpPr/>
            <p:nvPr/>
          </p:nvSpPr>
          <p:spPr>
            <a:xfrm>
              <a:off x="4756320" y="3174120"/>
              <a:ext cx="66960" cy="168840"/>
            </a:xfrm>
            <a:custGeom>
              <a:avLst/>
              <a:gdLst>
                <a:gd name="textAreaLeft" fmla="*/ 0 w 66960"/>
                <a:gd name="textAreaRight" fmla="*/ 67320 w 66960"/>
                <a:gd name="textAreaTop" fmla="*/ 0 h 168840"/>
                <a:gd name="textAreaBottom" fmla="*/ 169200 h 168840"/>
              </a:gdLst>
              <a:ahLst/>
              <a:rect l="textAreaLeft" t="textAreaTop" r="textAreaRight" b="textAreaBottom"/>
              <a:pathLst>
                <a:path w="1502" h="3787">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lt1"/>
            </a:solidFill>
            <a:ln w="0">
              <a:noFill/>
            </a:ln>
          </p:spPr>
          <p:style>
            <a:lnRef idx="0"/>
            <a:fillRef idx="0"/>
            <a:effectRef idx="0"/>
            <a:fontRef idx="minor"/>
          </p:style>
          <p:txBody>
            <a:bodyPr tIns="84600" bIns="8460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424" name="Google Shape;1037;p69"/>
            <p:cNvSpPr/>
            <p:nvPr/>
          </p:nvSpPr>
          <p:spPr>
            <a:xfrm>
              <a:off x="4746240" y="3081960"/>
              <a:ext cx="77040" cy="77040"/>
            </a:xfrm>
            <a:custGeom>
              <a:avLst/>
              <a:gdLst>
                <a:gd name="textAreaLeft" fmla="*/ 0 w 77040"/>
                <a:gd name="textAreaRight" fmla="*/ 77400 w 77040"/>
                <a:gd name="textAreaTop" fmla="*/ 0 h 77040"/>
                <a:gd name="textAreaBottom" fmla="*/ 77400 h 77040"/>
              </a:gdLst>
              <a:ahLst/>
              <a:rect l="textAreaLeft" t="textAreaTop" r="textAreaRight" b="textAreaBottom"/>
              <a:pathLst>
                <a:path w="1728" h="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lt1"/>
            </a:solidFill>
            <a:ln w="0">
              <a:noFill/>
            </a:ln>
          </p:spPr>
          <p:style>
            <a:lnRef idx="0"/>
            <a:fillRef idx="0"/>
            <a:effectRef idx="0"/>
            <a:fontRef idx="minor"/>
          </p:style>
          <p:txBody>
            <a:bodyPr tIns="38520" bIns="3852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425" name="Google Shape;1038;p69"/>
            <p:cNvSpPr/>
            <p:nvPr/>
          </p:nvSpPr>
          <p:spPr>
            <a:xfrm>
              <a:off x="4858560" y="3174120"/>
              <a:ext cx="179640" cy="168840"/>
            </a:xfrm>
            <a:custGeom>
              <a:avLst/>
              <a:gdLst>
                <a:gd name="textAreaLeft" fmla="*/ 0 w 179640"/>
                <a:gd name="textAreaRight" fmla="*/ 180000 w 179640"/>
                <a:gd name="textAreaTop" fmla="*/ 0 h 168840"/>
                <a:gd name="textAreaBottom" fmla="*/ 169200 h 168840"/>
              </a:gdLst>
              <a:ahLst/>
              <a:rect l="textAreaLeft" t="textAreaTop" r="textAreaRight" b="textAreaBottom"/>
              <a:pathLst>
                <a:path w="4026" h="3787">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lt1"/>
            </a:solidFill>
            <a:ln w="0">
              <a:noFill/>
            </a:ln>
          </p:spPr>
          <p:style>
            <a:lnRef idx="0"/>
            <a:fillRef idx="0"/>
            <a:effectRef idx="0"/>
            <a:fontRef idx="minor"/>
          </p:style>
          <p:txBody>
            <a:bodyPr tIns="84600" bIns="84600" anchor="ctr">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426" name="Google Shape;1039;p69"/>
          <p:cNvGrpSpPr/>
          <p:nvPr/>
        </p:nvGrpSpPr>
        <p:grpSpPr>
          <a:xfrm>
            <a:off x="5275440" y="2979720"/>
            <a:ext cx="485640" cy="485280"/>
            <a:chOff x="5275440" y="2979720"/>
            <a:chExt cx="485640" cy="485280"/>
          </a:xfrm>
        </p:grpSpPr>
        <p:sp>
          <p:nvSpPr>
            <p:cNvPr id="427" name="Google Shape;1040;p69"/>
            <p:cNvSpPr/>
            <p:nvPr/>
          </p:nvSpPr>
          <p:spPr>
            <a:xfrm>
              <a:off x="5275440" y="2979720"/>
              <a:ext cx="485640" cy="485280"/>
            </a:xfrm>
            <a:custGeom>
              <a:avLst/>
              <a:gdLst>
                <a:gd name="textAreaLeft" fmla="*/ 0 w 485640"/>
                <a:gd name="textAreaRight" fmla="*/ 486000 w 485640"/>
                <a:gd name="textAreaTop" fmla="*/ 0 h 485280"/>
                <a:gd name="textAreaBottom" fmla="*/ 485640 h 485280"/>
              </a:gdLst>
              <a:ahLst/>
              <a:rect l="textAreaLeft" t="textAreaTop" r="textAreaRight" b="textAreaBottom"/>
              <a:pathLst>
                <a:path w="10871" h="10860">
                  <a:moveTo>
                    <a:pt x="5430" y="334"/>
                  </a:moveTo>
                  <a:cubicBezTo>
                    <a:pt x="8252" y="334"/>
                    <a:pt x="10526" y="2608"/>
                    <a:pt x="10526" y="5430"/>
                  </a:cubicBezTo>
                  <a:cubicBezTo>
                    <a:pt x="10526" y="8240"/>
                    <a:pt x="8252"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299" y="8240"/>
                    <a:pt x="10871" y="6871"/>
                    <a:pt x="10871" y="5430"/>
                  </a:cubicBezTo>
                  <a:cubicBezTo>
                    <a:pt x="10871" y="3989"/>
                    <a:pt x="10299" y="2620"/>
                    <a:pt x="9276" y="1584"/>
                  </a:cubicBezTo>
                  <a:cubicBezTo>
                    <a:pt x="8252" y="560"/>
                    <a:pt x="6882" y="1"/>
                    <a:pt x="5430"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428" name="Google Shape;1041;p69"/>
            <p:cNvSpPr/>
            <p:nvPr/>
          </p:nvSpPr>
          <p:spPr>
            <a:xfrm>
              <a:off x="5374080" y="3102480"/>
              <a:ext cx="318960" cy="260640"/>
            </a:xfrm>
            <a:custGeom>
              <a:avLst/>
              <a:gdLst>
                <a:gd name="textAreaLeft" fmla="*/ 0 w 318960"/>
                <a:gd name="textAreaRight" fmla="*/ 319320 w 318960"/>
                <a:gd name="textAreaTop" fmla="*/ 0 h 260640"/>
                <a:gd name="textAreaBottom" fmla="*/ 261000 h 260640"/>
              </a:gdLst>
              <a:ahLst/>
              <a:rect l="textAreaLeft" t="textAreaTop" r="textAreaRight" b="textAreaBottom"/>
              <a:pathLst>
                <a:path w="7144" h="5835">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gr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2.xml><?xml version="1.0" encoding="utf-8"?>
<a:theme xmlns:a="http://schemas.openxmlformats.org/drawingml/2006/main" xmlns:r="http://schemas.openxmlformats.org/officeDocument/2006/relationships"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3.xml><?xml version="1.0" encoding="utf-8"?>
<a:theme xmlns:a="http://schemas.openxmlformats.org/drawingml/2006/main" xmlns:r="http://schemas.openxmlformats.org/officeDocument/2006/relationships"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4.xml><?xml version="1.0" encoding="utf-8"?>
<a:theme xmlns:a="http://schemas.openxmlformats.org/drawingml/2006/main" xmlns:r="http://schemas.openxmlformats.org/officeDocument/2006/relationships"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5.xml><?xml version="1.0" encoding="utf-8"?>
<a:theme xmlns:a="http://schemas.openxmlformats.org/drawingml/2006/main" xmlns:r="http://schemas.openxmlformats.org/officeDocument/2006/relationships"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6.xml><?xml version="1.0" encoding="utf-8"?>
<a:theme xmlns:a="http://schemas.openxmlformats.org/drawingml/2006/main" xmlns:r="http://schemas.openxmlformats.org/officeDocument/2006/relationships"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7.xml><?xml version="1.0" encoding="utf-8"?>
<a:theme xmlns:a="http://schemas.openxmlformats.org/drawingml/2006/main" xmlns:r="http://schemas.openxmlformats.org/officeDocument/2006/relationships"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8.xml><?xml version="1.0" encoding="utf-8"?>
<a:theme xmlns:a="http://schemas.openxmlformats.org/drawingml/2006/main" xmlns:r="http://schemas.openxmlformats.org/officeDocument/2006/relationships"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9.xml><?xml version="1.0" encoding="utf-8"?>
<a:theme xmlns:a="http://schemas.openxmlformats.org/drawingml/2006/main" xmlns:r="http://schemas.openxmlformats.org/officeDocument/2006/relationships"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0.xml><?xml version="1.0" encoding="utf-8"?>
<a:theme xmlns:a="http://schemas.openxmlformats.org/drawingml/2006/main" xmlns:r="http://schemas.openxmlformats.org/officeDocument/2006/relationships" name="My Presentation Template">
  <a:themeElements>
    <a:clrScheme name="Simple Light">
      <a:dk1>
        <a:srgbClr val="1a1a1a"/>
      </a:dk1>
      <a:lt1>
        <a:srgbClr val="ffffff"/>
      </a:lt1>
      <a:dk2>
        <a:srgbClr val="2c1dce"/>
      </a:dk2>
      <a:lt2>
        <a:srgbClr val="7e4fcf"/>
      </a:lt2>
      <a:accent1>
        <a:srgbClr val="00b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1.xml><?xml version="1.0" encoding="utf-8"?>
<a:theme xmlns:a="http://schemas.openxmlformats.org/drawingml/2006/main" xmlns:r="http://schemas.openxmlformats.org/officeDocument/2006/relationships"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2.xml><?xml version="1.0" encoding="utf-8"?>
<a:theme xmlns:a="http://schemas.openxmlformats.org/drawingml/2006/main" xmlns:r="http://schemas.openxmlformats.org/officeDocument/2006/relationships"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LibreOffice/7.6.7.2$Linux_X86_64 LibreOffice_project/60$Build-2</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2025-04-18T00:25:32Z</dcterms:created>
  <dc:creator>Unknown Creator</dc:creator>
  <dc:description/>
  <dc:language>en-US</dc:language>
  <cp:lastModifiedBy>Unknown Creator</cp:lastModifiedBy>
  <dcterms:modified xsi:type="dcterms:W3CDTF">2025-04-18T00:25:32Z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11</vt:r8>
  </property>
</Properties>
</file>